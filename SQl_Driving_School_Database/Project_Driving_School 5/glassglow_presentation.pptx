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</p:sldMasterIdLst>
  <p:sldIdLst>
    <p:sldId id="256" r:id="rId5"/>
    <p:sldId id="257" r:id="rId6"/>
    <p:sldId id="258" r:id="rId7"/>
    <p:sldId id="259" r:id="rId8"/>
    <p:sldId id="269" r:id="rId9"/>
    <p:sldId id="265" r:id="rId10"/>
    <p:sldId id="261" r:id="rId11"/>
    <p:sldId id="263" r:id="rId12"/>
    <p:sldId id="268" r:id="rId13"/>
    <p:sldId id="270" r:id="rId14"/>
    <p:sldId id="264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B3A801-681B-4194-86DA-FDD3EBDDE018}" v="262" dt="2024-04-10T22:24:52.095"/>
    <p1510:client id="{D37FBB0C-9E38-A280-E1A8-010A62514515}" v="335" dt="2024-04-10T21:40:26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6" Type="http://schemas.openxmlformats.org/officeDocument/2006/relationships/image" Target="../media/image22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6" Type="http://schemas.openxmlformats.org/officeDocument/2006/relationships/image" Target="../media/image22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E9F2EB-145B-46B4-9BF5-342CB481AF0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EC1D181-4896-4F33-9A9E-D6E6BE488036}">
      <dgm:prSet/>
      <dgm:spPr/>
      <dgm:t>
        <a:bodyPr/>
        <a:lstStyle/>
        <a:p>
          <a:pPr>
            <a:defRPr cap="all"/>
          </a:pPr>
          <a:r>
            <a:rPr lang="en-US"/>
            <a:t>Office</a:t>
          </a:r>
        </a:p>
      </dgm:t>
    </dgm:pt>
    <dgm:pt modelId="{B38222F6-3880-4365-8507-E4DDB8D0B6D7}" type="parTrans" cxnId="{4D4601ED-9373-4888-9821-FE6771353522}">
      <dgm:prSet/>
      <dgm:spPr/>
      <dgm:t>
        <a:bodyPr/>
        <a:lstStyle/>
        <a:p>
          <a:endParaRPr lang="en-US"/>
        </a:p>
      </dgm:t>
    </dgm:pt>
    <dgm:pt modelId="{A014240C-597E-4236-9AD9-8BC29DFAC80B}" type="sibTrans" cxnId="{4D4601ED-9373-4888-9821-FE6771353522}">
      <dgm:prSet/>
      <dgm:spPr/>
      <dgm:t>
        <a:bodyPr/>
        <a:lstStyle/>
        <a:p>
          <a:endParaRPr lang="en-US"/>
        </a:p>
      </dgm:t>
    </dgm:pt>
    <dgm:pt modelId="{6B62A1A1-BD7B-4C68-A909-2DF775752DA9}">
      <dgm:prSet/>
      <dgm:spPr/>
      <dgm:t>
        <a:bodyPr/>
        <a:lstStyle/>
        <a:p>
          <a:pPr>
            <a:defRPr cap="all"/>
          </a:pPr>
          <a:r>
            <a:rPr lang="en-US"/>
            <a:t>Employee</a:t>
          </a:r>
        </a:p>
      </dgm:t>
    </dgm:pt>
    <dgm:pt modelId="{16064B02-8814-4FD9-8D20-966ECFEB454A}" type="parTrans" cxnId="{D2EE83F3-B370-4AD0-807C-EA2A20767A75}">
      <dgm:prSet/>
      <dgm:spPr/>
      <dgm:t>
        <a:bodyPr/>
        <a:lstStyle/>
        <a:p>
          <a:endParaRPr lang="en-US"/>
        </a:p>
      </dgm:t>
    </dgm:pt>
    <dgm:pt modelId="{52C0B4B6-A738-4395-8023-EAEF94C64150}" type="sibTrans" cxnId="{D2EE83F3-B370-4AD0-807C-EA2A20767A75}">
      <dgm:prSet/>
      <dgm:spPr/>
      <dgm:t>
        <a:bodyPr/>
        <a:lstStyle/>
        <a:p>
          <a:endParaRPr lang="en-US"/>
        </a:p>
      </dgm:t>
    </dgm:pt>
    <dgm:pt modelId="{6909934F-A2D0-4EC5-B45E-EE8D0066EB91}">
      <dgm:prSet/>
      <dgm:spPr/>
      <dgm:t>
        <a:bodyPr/>
        <a:lstStyle/>
        <a:p>
          <a:pPr>
            <a:defRPr cap="all"/>
          </a:pPr>
          <a:r>
            <a:rPr lang="en-US"/>
            <a:t>Student</a:t>
          </a:r>
        </a:p>
      </dgm:t>
    </dgm:pt>
    <dgm:pt modelId="{0DFD8BBC-76CD-4F88-BDB0-D830A555F58F}" type="parTrans" cxnId="{01CA9BC0-C1C5-49DE-ACF1-DF41023F4695}">
      <dgm:prSet/>
      <dgm:spPr/>
      <dgm:t>
        <a:bodyPr/>
        <a:lstStyle/>
        <a:p>
          <a:endParaRPr lang="en-US"/>
        </a:p>
      </dgm:t>
    </dgm:pt>
    <dgm:pt modelId="{00A31412-57CD-4BB0-8419-6800A59EA882}" type="sibTrans" cxnId="{01CA9BC0-C1C5-49DE-ACF1-DF41023F4695}">
      <dgm:prSet/>
      <dgm:spPr/>
      <dgm:t>
        <a:bodyPr/>
        <a:lstStyle/>
        <a:p>
          <a:endParaRPr lang="en-US"/>
        </a:p>
      </dgm:t>
    </dgm:pt>
    <dgm:pt modelId="{B9F12FDC-B99C-4C07-AF3A-18C3584E3A9D}">
      <dgm:prSet/>
      <dgm:spPr/>
      <dgm:t>
        <a:bodyPr/>
        <a:lstStyle/>
        <a:p>
          <a:pPr>
            <a:defRPr cap="all"/>
          </a:pPr>
          <a:r>
            <a:rPr lang="en-US"/>
            <a:t>Instructor</a:t>
          </a:r>
        </a:p>
      </dgm:t>
    </dgm:pt>
    <dgm:pt modelId="{56BB9083-378A-4C22-88D0-83D5581C2052}" type="parTrans" cxnId="{1F982E48-2187-4599-B1E8-776E7C3827E2}">
      <dgm:prSet/>
      <dgm:spPr/>
      <dgm:t>
        <a:bodyPr/>
        <a:lstStyle/>
        <a:p>
          <a:endParaRPr lang="en-US"/>
        </a:p>
      </dgm:t>
    </dgm:pt>
    <dgm:pt modelId="{FA450FED-1D46-4F95-9BE7-B38E07354CC1}" type="sibTrans" cxnId="{1F982E48-2187-4599-B1E8-776E7C3827E2}">
      <dgm:prSet/>
      <dgm:spPr/>
      <dgm:t>
        <a:bodyPr/>
        <a:lstStyle/>
        <a:p>
          <a:endParaRPr lang="en-US"/>
        </a:p>
      </dgm:t>
    </dgm:pt>
    <dgm:pt modelId="{BAD76547-4CB4-4CD7-9104-6A87E08DFC2C}">
      <dgm:prSet/>
      <dgm:spPr/>
      <dgm:t>
        <a:bodyPr/>
        <a:lstStyle/>
        <a:p>
          <a:pPr>
            <a:defRPr cap="all"/>
          </a:pPr>
          <a:r>
            <a:rPr lang="en-US"/>
            <a:t>Course</a:t>
          </a:r>
        </a:p>
      </dgm:t>
    </dgm:pt>
    <dgm:pt modelId="{A370D0A8-DEC6-4EF0-B2B9-A4A84ABC9D39}" type="parTrans" cxnId="{9CF96818-098B-4D74-9D3C-D4183AD497A8}">
      <dgm:prSet/>
      <dgm:spPr/>
      <dgm:t>
        <a:bodyPr/>
        <a:lstStyle/>
        <a:p>
          <a:endParaRPr lang="en-US"/>
        </a:p>
      </dgm:t>
    </dgm:pt>
    <dgm:pt modelId="{E0773302-1F0A-462D-80E3-9F5CFBF84094}" type="sibTrans" cxnId="{9CF96818-098B-4D74-9D3C-D4183AD497A8}">
      <dgm:prSet/>
      <dgm:spPr/>
      <dgm:t>
        <a:bodyPr/>
        <a:lstStyle/>
        <a:p>
          <a:endParaRPr lang="en-US"/>
        </a:p>
      </dgm:t>
    </dgm:pt>
    <dgm:pt modelId="{C3AF8CB9-D1C7-47C1-9D04-BEE5AA6A96BD}">
      <dgm:prSet/>
      <dgm:spPr/>
      <dgm:t>
        <a:bodyPr/>
        <a:lstStyle/>
        <a:p>
          <a:pPr>
            <a:defRPr cap="all"/>
          </a:pPr>
          <a:r>
            <a:rPr lang="en-US"/>
            <a:t>Vehicle</a:t>
          </a:r>
        </a:p>
      </dgm:t>
    </dgm:pt>
    <dgm:pt modelId="{BD1CF8F3-E3C0-47B1-8C78-0C080512E237}" type="parTrans" cxnId="{81D9349F-B874-456D-97F5-9AF00766F0EF}">
      <dgm:prSet/>
      <dgm:spPr/>
      <dgm:t>
        <a:bodyPr/>
        <a:lstStyle/>
        <a:p>
          <a:endParaRPr lang="en-US"/>
        </a:p>
      </dgm:t>
    </dgm:pt>
    <dgm:pt modelId="{0BFAD94E-BAF5-4AAB-93A4-7F5529972958}" type="sibTrans" cxnId="{81D9349F-B874-456D-97F5-9AF00766F0EF}">
      <dgm:prSet/>
      <dgm:spPr/>
      <dgm:t>
        <a:bodyPr/>
        <a:lstStyle/>
        <a:p>
          <a:endParaRPr lang="en-US"/>
        </a:p>
      </dgm:t>
    </dgm:pt>
    <dgm:pt modelId="{55282CD3-06F6-476F-8EB6-5328F197A772}">
      <dgm:prSet/>
      <dgm:spPr/>
      <dgm:t>
        <a:bodyPr/>
        <a:lstStyle/>
        <a:p>
          <a:pPr>
            <a:defRPr cap="all"/>
          </a:pPr>
          <a:r>
            <a:rPr lang="en-US"/>
            <a:t>Maintenance</a:t>
          </a:r>
        </a:p>
      </dgm:t>
    </dgm:pt>
    <dgm:pt modelId="{99656AD0-BACB-4E9A-8C8F-31A8B2AFE8A0}" type="parTrans" cxnId="{9BE1DA8D-EE4D-44BC-971F-38EBEF559811}">
      <dgm:prSet/>
      <dgm:spPr/>
      <dgm:t>
        <a:bodyPr/>
        <a:lstStyle/>
        <a:p>
          <a:endParaRPr lang="en-US"/>
        </a:p>
      </dgm:t>
    </dgm:pt>
    <dgm:pt modelId="{05E6883B-502C-4BC6-A9B7-11016921492E}" type="sibTrans" cxnId="{9BE1DA8D-EE4D-44BC-971F-38EBEF559811}">
      <dgm:prSet/>
      <dgm:spPr/>
      <dgm:t>
        <a:bodyPr/>
        <a:lstStyle/>
        <a:p>
          <a:endParaRPr lang="en-US"/>
        </a:p>
      </dgm:t>
    </dgm:pt>
    <dgm:pt modelId="{B8DF9A13-8297-414B-9FD9-9EDC36412890}">
      <dgm:prSet/>
      <dgm:spPr/>
      <dgm:t>
        <a:bodyPr/>
        <a:lstStyle/>
        <a:p>
          <a:pPr>
            <a:defRPr cap="all"/>
          </a:pPr>
          <a:r>
            <a:rPr lang="en-US"/>
            <a:t>payment</a:t>
          </a:r>
        </a:p>
      </dgm:t>
    </dgm:pt>
    <dgm:pt modelId="{EA44E653-2079-451C-8F52-D7B69E50CC5D}" type="parTrans" cxnId="{C6788593-678F-48A9-93C2-54079EE999D9}">
      <dgm:prSet/>
      <dgm:spPr/>
      <dgm:t>
        <a:bodyPr/>
        <a:lstStyle/>
        <a:p>
          <a:endParaRPr lang="en-US"/>
        </a:p>
      </dgm:t>
    </dgm:pt>
    <dgm:pt modelId="{A70D004B-B605-47EF-BA4E-E0218036DD0A}" type="sibTrans" cxnId="{C6788593-678F-48A9-93C2-54079EE999D9}">
      <dgm:prSet/>
      <dgm:spPr/>
      <dgm:t>
        <a:bodyPr/>
        <a:lstStyle/>
        <a:p>
          <a:endParaRPr lang="en-US"/>
        </a:p>
      </dgm:t>
    </dgm:pt>
    <dgm:pt modelId="{B28DAA47-BD9C-44A0-BF75-FC164F753F8F}" type="pres">
      <dgm:prSet presAssocID="{C0E9F2EB-145B-46B4-9BF5-342CB481AF01}" presName="root" presStyleCnt="0">
        <dgm:presLayoutVars>
          <dgm:dir/>
          <dgm:resizeHandles val="exact"/>
        </dgm:presLayoutVars>
      </dgm:prSet>
      <dgm:spPr/>
    </dgm:pt>
    <dgm:pt modelId="{2F5CE832-C9A8-4433-BA29-14831EC7C6B7}" type="pres">
      <dgm:prSet presAssocID="{8EC1D181-4896-4F33-9A9E-D6E6BE488036}" presName="compNode" presStyleCnt="0"/>
      <dgm:spPr/>
    </dgm:pt>
    <dgm:pt modelId="{F002E41A-6F88-46E9-82B4-BA7321ACC3D4}" type="pres">
      <dgm:prSet presAssocID="{8EC1D181-4896-4F33-9A9E-D6E6BE488036}" presName="iconBgRect" presStyleLbl="bgShp" presStyleIdx="0" presStyleCnt="8"/>
      <dgm:spPr/>
    </dgm:pt>
    <dgm:pt modelId="{4296CC10-3839-4567-8FD4-00E351738CD8}" type="pres">
      <dgm:prSet presAssocID="{8EC1D181-4896-4F33-9A9E-D6E6BE488036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A725E480-762D-4EE0-805A-49011E4CD2F1}" type="pres">
      <dgm:prSet presAssocID="{8EC1D181-4896-4F33-9A9E-D6E6BE488036}" presName="spaceRect" presStyleCnt="0"/>
      <dgm:spPr/>
    </dgm:pt>
    <dgm:pt modelId="{E148244C-AC0B-4AF5-858D-843EDE0BDBC4}" type="pres">
      <dgm:prSet presAssocID="{8EC1D181-4896-4F33-9A9E-D6E6BE488036}" presName="textRect" presStyleLbl="revTx" presStyleIdx="0" presStyleCnt="8">
        <dgm:presLayoutVars>
          <dgm:chMax val="1"/>
          <dgm:chPref val="1"/>
        </dgm:presLayoutVars>
      </dgm:prSet>
      <dgm:spPr/>
    </dgm:pt>
    <dgm:pt modelId="{6BFBD098-B965-43AA-9031-AC548A073196}" type="pres">
      <dgm:prSet presAssocID="{A014240C-597E-4236-9AD9-8BC29DFAC80B}" presName="sibTrans" presStyleCnt="0"/>
      <dgm:spPr/>
    </dgm:pt>
    <dgm:pt modelId="{BDDDE2AE-CA9C-48DB-94FF-5C56A0806DE5}" type="pres">
      <dgm:prSet presAssocID="{6B62A1A1-BD7B-4C68-A909-2DF775752DA9}" presName="compNode" presStyleCnt="0"/>
      <dgm:spPr/>
    </dgm:pt>
    <dgm:pt modelId="{91C67052-19C4-401D-A4FB-B9CA63F12995}" type="pres">
      <dgm:prSet presAssocID="{6B62A1A1-BD7B-4C68-A909-2DF775752DA9}" presName="iconBgRect" presStyleLbl="bgShp" presStyleIdx="1" presStyleCnt="8"/>
      <dgm:spPr/>
    </dgm:pt>
    <dgm:pt modelId="{79AF8D8B-98E3-43F4-91A1-AA7DE6A0EC7F}" type="pres">
      <dgm:prSet presAssocID="{6B62A1A1-BD7B-4C68-A909-2DF775752DA9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DE456AEB-860F-4A58-A477-2CF01516549F}" type="pres">
      <dgm:prSet presAssocID="{6B62A1A1-BD7B-4C68-A909-2DF775752DA9}" presName="spaceRect" presStyleCnt="0"/>
      <dgm:spPr/>
    </dgm:pt>
    <dgm:pt modelId="{6EF48A74-BDDC-4BA1-9529-FC4C90AFF2A5}" type="pres">
      <dgm:prSet presAssocID="{6B62A1A1-BD7B-4C68-A909-2DF775752DA9}" presName="textRect" presStyleLbl="revTx" presStyleIdx="1" presStyleCnt="8">
        <dgm:presLayoutVars>
          <dgm:chMax val="1"/>
          <dgm:chPref val="1"/>
        </dgm:presLayoutVars>
      </dgm:prSet>
      <dgm:spPr/>
    </dgm:pt>
    <dgm:pt modelId="{453E0461-31C6-441D-8807-BBF9B9650F7C}" type="pres">
      <dgm:prSet presAssocID="{52C0B4B6-A738-4395-8023-EAEF94C64150}" presName="sibTrans" presStyleCnt="0"/>
      <dgm:spPr/>
    </dgm:pt>
    <dgm:pt modelId="{8B277510-7F2E-4A9A-8613-A19230C9B2C9}" type="pres">
      <dgm:prSet presAssocID="{6909934F-A2D0-4EC5-B45E-EE8D0066EB91}" presName="compNode" presStyleCnt="0"/>
      <dgm:spPr/>
    </dgm:pt>
    <dgm:pt modelId="{2A5FB813-1CFC-442B-87AB-236707FBCA47}" type="pres">
      <dgm:prSet presAssocID="{6909934F-A2D0-4EC5-B45E-EE8D0066EB91}" presName="iconBgRect" presStyleLbl="bgShp" presStyleIdx="2" presStyleCnt="8"/>
      <dgm:spPr/>
    </dgm:pt>
    <dgm:pt modelId="{216EDF28-F266-404E-B037-BFDC127226AA}" type="pres">
      <dgm:prSet presAssocID="{6909934F-A2D0-4EC5-B45E-EE8D0066EB91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C34B507-F189-4861-9CD1-85100DC426CA}" type="pres">
      <dgm:prSet presAssocID="{6909934F-A2D0-4EC5-B45E-EE8D0066EB91}" presName="spaceRect" presStyleCnt="0"/>
      <dgm:spPr/>
    </dgm:pt>
    <dgm:pt modelId="{74A2B1BF-0E20-4EDF-BAB9-D4CCFD946303}" type="pres">
      <dgm:prSet presAssocID="{6909934F-A2D0-4EC5-B45E-EE8D0066EB91}" presName="textRect" presStyleLbl="revTx" presStyleIdx="2" presStyleCnt="8">
        <dgm:presLayoutVars>
          <dgm:chMax val="1"/>
          <dgm:chPref val="1"/>
        </dgm:presLayoutVars>
      </dgm:prSet>
      <dgm:spPr/>
    </dgm:pt>
    <dgm:pt modelId="{0B28280D-A101-4AC7-9DE0-DBB8ACD6161B}" type="pres">
      <dgm:prSet presAssocID="{00A31412-57CD-4BB0-8419-6800A59EA882}" presName="sibTrans" presStyleCnt="0"/>
      <dgm:spPr/>
    </dgm:pt>
    <dgm:pt modelId="{DCFA149D-760E-4EB1-A503-A8D59D37A446}" type="pres">
      <dgm:prSet presAssocID="{B9F12FDC-B99C-4C07-AF3A-18C3584E3A9D}" presName="compNode" presStyleCnt="0"/>
      <dgm:spPr/>
    </dgm:pt>
    <dgm:pt modelId="{3EA4BF41-DBE4-4E59-8FBB-D176E24084E5}" type="pres">
      <dgm:prSet presAssocID="{B9F12FDC-B99C-4C07-AF3A-18C3584E3A9D}" presName="iconBgRect" presStyleLbl="bgShp" presStyleIdx="3" presStyleCnt="8"/>
      <dgm:spPr/>
    </dgm:pt>
    <dgm:pt modelId="{8DD9323A-2486-4099-8AB7-5968841B8C69}" type="pres">
      <dgm:prSet presAssocID="{B9F12FDC-B99C-4C07-AF3A-18C3584E3A9D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6B1BAD05-2F97-426B-BA74-052E538345F7}" type="pres">
      <dgm:prSet presAssocID="{B9F12FDC-B99C-4C07-AF3A-18C3584E3A9D}" presName="spaceRect" presStyleCnt="0"/>
      <dgm:spPr/>
    </dgm:pt>
    <dgm:pt modelId="{665BDA2F-5426-4FE5-AA4B-F3730D63953F}" type="pres">
      <dgm:prSet presAssocID="{B9F12FDC-B99C-4C07-AF3A-18C3584E3A9D}" presName="textRect" presStyleLbl="revTx" presStyleIdx="3" presStyleCnt="8">
        <dgm:presLayoutVars>
          <dgm:chMax val="1"/>
          <dgm:chPref val="1"/>
        </dgm:presLayoutVars>
      </dgm:prSet>
      <dgm:spPr/>
    </dgm:pt>
    <dgm:pt modelId="{B59F2793-63C8-4E34-9880-59F0E405A4DB}" type="pres">
      <dgm:prSet presAssocID="{FA450FED-1D46-4F95-9BE7-B38E07354CC1}" presName="sibTrans" presStyleCnt="0"/>
      <dgm:spPr/>
    </dgm:pt>
    <dgm:pt modelId="{65B22A15-F5E3-4025-AD04-9243BF21F715}" type="pres">
      <dgm:prSet presAssocID="{BAD76547-4CB4-4CD7-9104-6A87E08DFC2C}" presName="compNode" presStyleCnt="0"/>
      <dgm:spPr/>
    </dgm:pt>
    <dgm:pt modelId="{CB3DFA04-D9FF-44A8-B04D-44C298ED02D9}" type="pres">
      <dgm:prSet presAssocID="{BAD76547-4CB4-4CD7-9104-6A87E08DFC2C}" presName="iconBgRect" presStyleLbl="bgShp" presStyleIdx="4" presStyleCnt="8"/>
      <dgm:spPr/>
    </dgm:pt>
    <dgm:pt modelId="{8B6725B2-8D72-483E-A8AB-A42888772E15}" type="pres">
      <dgm:prSet presAssocID="{BAD76547-4CB4-4CD7-9104-6A87E08DFC2C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f Clubs"/>
        </a:ext>
      </dgm:extLst>
    </dgm:pt>
    <dgm:pt modelId="{452B47FC-92E4-482B-9273-22BAB1E23F82}" type="pres">
      <dgm:prSet presAssocID="{BAD76547-4CB4-4CD7-9104-6A87E08DFC2C}" presName="spaceRect" presStyleCnt="0"/>
      <dgm:spPr/>
    </dgm:pt>
    <dgm:pt modelId="{047C56CC-CEA9-4F67-9C26-22A1F50C575C}" type="pres">
      <dgm:prSet presAssocID="{BAD76547-4CB4-4CD7-9104-6A87E08DFC2C}" presName="textRect" presStyleLbl="revTx" presStyleIdx="4" presStyleCnt="8">
        <dgm:presLayoutVars>
          <dgm:chMax val="1"/>
          <dgm:chPref val="1"/>
        </dgm:presLayoutVars>
      </dgm:prSet>
      <dgm:spPr/>
    </dgm:pt>
    <dgm:pt modelId="{23C966ED-F58C-4BE3-859A-F8C35C00546B}" type="pres">
      <dgm:prSet presAssocID="{E0773302-1F0A-462D-80E3-9F5CFBF84094}" presName="sibTrans" presStyleCnt="0"/>
      <dgm:spPr/>
    </dgm:pt>
    <dgm:pt modelId="{FC5C7368-EDCB-40E8-AFE6-4F7AA16A94AC}" type="pres">
      <dgm:prSet presAssocID="{C3AF8CB9-D1C7-47C1-9D04-BEE5AA6A96BD}" presName="compNode" presStyleCnt="0"/>
      <dgm:spPr/>
    </dgm:pt>
    <dgm:pt modelId="{451E30B0-913D-4B92-8EC0-E957BF5F779D}" type="pres">
      <dgm:prSet presAssocID="{C3AF8CB9-D1C7-47C1-9D04-BEE5AA6A96BD}" presName="iconBgRect" presStyleLbl="bgShp" presStyleIdx="5" presStyleCnt="8"/>
      <dgm:spPr/>
    </dgm:pt>
    <dgm:pt modelId="{FE16A004-A1CE-4244-94F4-E865A0E6073D}" type="pres">
      <dgm:prSet presAssocID="{C3AF8CB9-D1C7-47C1-9D04-BEE5AA6A96BD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44DBF018-9743-448A-8A22-279FE38C6648}" type="pres">
      <dgm:prSet presAssocID="{C3AF8CB9-D1C7-47C1-9D04-BEE5AA6A96BD}" presName="spaceRect" presStyleCnt="0"/>
      <dgm:spPr/>
    </dgm:pt>
    <dgm:pt modelId="{AF641E1B-1937-419E-88C0-D3CEB4BD39FA}" type="pres">
      <dgm:prSet presAssocID="{C3AF8CB9-D1C7-47C1-9D04-BEE5AA6A96BD}" presName="textRect" presStyleLbl="revTx" presStyleIdx="5" presStyleCnt="8">
        <dgm:presLayoutVars>
          <dgm:chMax val="1"/>
          <dgm:chPref val="1"/>
        </dgm:presLayoutVars>
      </dgm:prSet>
      <dgm:spPr/>
    </dgm:pt>
    <dgm:pt modelId="{AC0E22DD-3537-4AA3-A38E-387E45176B91}" type="pres">
      <dgm:prSet presAssocID="{0BFAD94E-BAF5-4AAB-93A4-7F5529972958}" presName="sibTrans" presStyleCnt="0"/>
      <dgm:spPr/>
    </dgm:pt>
    <dgm:pt modelId="{1C6F4027-2630-4F86-85F6-40B398035FC2}" type="pres">
      <dgm:prSet presAssocID="{55282CD3-06F6-476F-8EB6-5328F197A772}" presName="compNode" presStyleCnt="0"/>
      <dgm:spPr/>
    </dgm:pt>
    <dgm:pt modelId="{4C6498AD-BB33-40B3-BA7A-14EB7BA4D687}" type="pres">
      <dgm:prSet presAssocID="{55282CD3-06F6-476F-8EB6-5328F197A772}" presName="iconBgRect" presStyleLbl="bgShp" presStyleIdx="6" presStyleCnt="8"/>
      <dgm:spPr/>
    </dgm:pt>
    <dgm:pt modelId="{78C647B9-8237-4494-B65C-8C72A6F3B11B}" type="pres">
      <dgm:prSet presAssocID="{55282CD3-06F6-476F-8EB6-5328F197A772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rewdriver"/>
        </a:ext>
      </dgm:extLst>
    </dgm:pt>
    <dgm:pt modelId="{B67648D0-C738-4F97-A734-1BC4562B517D}" type="pres">
      <dgm:prSet presAssocID="{55282CD3-06F6-476F-8EB6-5328F197A772}" presName="spaceRect" presStyleCnt="0"/>
      <dgm:spPr/>
    </dgm:pt>
    <dgm:pt modelId="{C8243F49-1EBF-4035-A69C-572698944514}" type="pres">
      <dgm:prSet presAssocID="{55282CD3-06F6-476F-8EB6-5328F197A772}" presName="textRect" presStyleLbl="revTx" presStyleIdx="6" presStyleCnt="8">
        <dgm:presLayoutVars>
          <dgm:chMax val="1"/>
          <dgm:chPref val="1"/>
        </dgm:presLayoutVars>
      </dgm:prSet>
      <dgm:spPr/>
    </dgm:pt>
    <dgm:pt modelId="{AF82A893-B81B-4F16-88F2-301E2ECDD315}" type="pres">
      <dgm:prSet presAssocID="{05E6883B-502C-4BC6-A9B7-11016921492E}" presName="sibTrans" presStyleCnt="0"/>
      <dgm:spPr/>
    </dgm:pt>
    <dgm:pt modelId="{3BE9A3E9-3393-42ED-9D68-26127BED2835}" type="pres">
      <dgm:prSet presAssocID="{B8DF9A13-8297-414B-9FD9-9EDC36412890}" presName="compNode" presStyleCnt="0"/>
      <dgm:spPr/>
    </dgm:pt>
    <dgm:pt modelId="{1DB6FFA7-2239-4C1B-A822-E64B1A99E46F}" type="pres">
      <dgm:prSet presAssocID="{B8DF9A13-8297-414B-9FD9-9EDC36412890}" presName="iconBgRect" presStyleLbl="bgShp" presStyleIdx="7" presStyleCnt="8"/>
      <dgm:spPr/>
    </dgm:pt>
    <dgm:pt modelId="{A4CC6310-0D0C-46B7-85E9-E7F40CAC2426}" type="pres">
      <dgm:prSet presAssocID="{B8DF9A13-8297-414B-9FD9-9EDC36412890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EBD49E0F-909F-4641-A0F3-FA70883EF1AB}" type="pres">
      <dgm:prSet presAssocID="{B8DF9A13-8297-414B-9FD9-9EDC36412890}" presName="spaceRect" presStyleCnt="0"/>
      <dgm:spPr/>
    </dgm:pt>
    <dgm:pt modelId="{210BF6B8-FCAB-42FC-95EF-95E140B07B98}" type="pres">
      <dgm:prSet presAssocID="{B8DF9A13-8297-414B-9FD9-9EDC36412890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FAC0DB0B-94FE-4FC4-B940-6AAC488EAD82}" type="presOf" srcId="{B8DF9A13-8297-414B-9FD9-9EDC36412890}" destId="{210BF6B8-FCAB-42FC-95EF-95E140B07B98}" srcOrd="0" destOrd="0" presId="urn:microsoft.com/office/officeart/2018/5/layout/IconCircleLabelList"/>
    <dgm:cxn modelId="{9CF96818-098B-4D74-9D3C-D4183AD497A8}" srcId="{C0E9F2EB-145B-46B4-9BF5-342CB481AF01}" destId="{BAD76547-4CB4-4CD7-9104-6A87E08DFC2C}" srcOrd="4" destOrd="0" parTransId="{A370D0A8-DEC6-4EF0-B2B9-A4A84ABC9D39}" sibTransId="{E0773302-1F0A-462D-80E3-9F5CFBF84094}"/>
    <dgm:cxn modelId="{1F982E48-2187-4599-B1E8-776E7C3827E2}" srcId="{C0E9F2EB-145B-46B4-9BF5-342CB481AF01}" destId="{B9F12FDC-B99C-4C07-AF3A-18C3584E3A9D}" srcOrd="3" destOrd="0" parTransId="{56BB9083-378A-4C22-88D0-83D5581C2052}" sibTransId="{FA450FED-1D46-4F95-9BE7-B38E07354CC1}"/>
    <dgm:cxn modelId="{290EB86D-A094-495C-9F5F-0011130E26CC}" type="presOf" srcId="{6B62A1A1-BD7B-4C68-A909-2DF775752DA9}" destId="{6EF48A74-BDDC-4BA1-9529-FC4C90AFF2A5}" srcOrd="0" destOrd="0" presId="urn:microsoft.com/office/officeart/2018/5/layout/IconCircleLabelList"/>
    <dgm:cxn modelId="{8F8EF158-5FDB-4F6B-BAAD-614AA86B3AF6}" type="presOf" srcId="{C0E9F2EB-145B-46B4-9BF5-342CB481AF01}" destId="{B28DAA47-BD9C-44A0-BF75-FC164F753F8F}" srcOrd="0" destOrd="0" presId="urn:microsoft.com/office/officeart/2018/5/layout/IconCircleLabelList"/>
    <dgm:cxn modelId="{5052177A-2736-4BCD-AC7D-D28CEE2E4655}" type="presOf" srcId="{6909934F-A2D0-4EC5-B45E-EE8D0066EB91}" destId="{74A2B1BF-0E20-4EDF-BAB9-D4CCFD946303}" srcOrd="0" destOrd="0" presId="urn:microsoft.com/office/officeart/2018/5/layout/IconCircleLabelList"/>
    <dgm:cxn modelId="{9BE1DA8D-EE4D-44BC-971F-38EBEF559811}" srcId="{C0E9F2EB-145B-46B4-9BF5-342CB481AF01}" destId="{55282CD3-06F6-476F-8EB6-5328F197A772}" srcOrd="6" destOrd="0" parTransId="{99656AD0-BACB-4E9A-8C8F-31A8B2AFE8A0}" sibTransId="{05E6883B-502C-4BC6-A9B7-11016921492E}"/>
    <dgm:cxn modelId="{C6788593-678F-48A9-93C2-54079EE999D9}" srcId="{C0E9F2EB-145B-46B4-9BF5-342CB481AF01}" destId="{B8DF9A13-8297-414B-9FD9-9EDC36412890}" srcOrd="7" destOrd="0" parTransId="{EA44E653-2079-451C-8F52-D7B69E50CC5D}" sibTransId="{A70D004B-B605-47EF-BA4E-E0218036DD0A}"/>
    <dgm:cxn modelId="{81D9349F-B874-456D-97F5-9AF00766F0EF}" srcId="{C0E9F2EB-145B-46B4-9BF5-342CB481AF01}" destId="{C3AF8CB9-D1C7-47C1-9D04-BEE5AA6A96BD}" srcOrd="5" destOrd="0" parTransId="{BD1CF8F3-E3C0-47B1-8C78-0C080512E237}" sibTransId="{0BFAD94E-BAF5-4AAB-93A4-7F5529972958}"/>
    <dgm:cxn modelId="{AF69B1AF-A9B1-4C78-A4EF-897B8FF9C4CE}" type="presOf" srcId="{BAD76547-4CB4-4CD7-9104-6A87E08DFC2C}" destId="{047C56CC-CEA9-4F67-9C26-22A1F50C575C}" srcOrd="0" destOrd="0" presId="urn:microsoft.com/office/officeart/2018/5/layout/IconCircleLabelList"/>
    <dgm:cxn modelId="{C77FEBB5-7E83-41DB-B05F-4FE8E94D8169}" type="presOf" srcId="{C3AF8CB9-D1C7-47C1-9D04-BEE5AA6A96BD}" destId="{AF641E1B-1937-419E-88C0-D3CEB4BD39FA}" srcOrd="0" destOrd="0" presId="urn:microsoft.com/office/officeart/2018/5/layout/IconCircleLabelList"/>
    <dgm:cxn modelId="{E360CBBE-1D7B-4AF7-875C-8B0DDCFE7681}" type="presOf" srcId="{55282CD3-06F6-476F-8EB6-5328F197A772}" destId="{C8243F49-1EBF-4035-A69C-572698944514}" srcOrd="0" destOrd="0" presId="urn:microsoft.com/office/officeart/2018/5/layout/IconCircleLabelList"/>
    <dgm:cxn modelId="{01CA9BC0-C1C5-49DE-ACF1-DF41023F4695}" srcId="{C0E9F2EB-145B-46B4-9BF5-342CB481AF01}" destId="{6909934F-A2D0-4EC5-B45E-EE8D0066EB91}" srcOrd="2" destOrd="0" parTransId="{0DFD8BBC-76CD-4F88-BDB0-D830A555F58F}" sibTransId="{00A31412-57CD-4BB0-8419-6800A59EA882}"/>
    <dgm:cxn modelId="{4D4601ED-9373-4888-9821-FE6771353522}" srcId="{C0E9F2EB-145B-46B4-9BF5-342CB481AF01}" destId="{8EC1D181-4896-4F33-9A9E-D6E6BE488036}" srcOrd="0" destOrd="0" parTransId="{B38222F6-3880-4365-8507-E4DDB8D0B6D7}" sibTransId="{A014240C-597E-4236-9AD9-8BC29DFAC80B}"/>
    <dgm:cxn modelId="{D2EE83F3-B370-4AD0-807C-EA2A20767A75}" srcId="{C0E9F2EB-145B-46B4-9BF5-342CB481AF01}" destId="{6B62A1A1-BD7B-4C68-A909-2DF775752DA9}" srcOrd="1" destOrd="0" parTransId="{16064B02-8814-4FD9-8D20-966ECFEB454A}" sibTransId="{52C0B4B6-A738-4395-8023-EAEF94C64150}"/>
    <dgm:cxn modelId="{47ACF2F3-89E8-44DC-B4A7-02E2A2430D86}" type="presOf" srcId="{B9F12FDC-B99C-4C07-AF3A-18C3584E3A9D}" destId="{665BDA2F-5426-4FE5-AA4B-F3730D63953F}" srcOrd="0" destOrd="0" presId="urn:microsoft.com/office/officeart/2018/5/layout/IconCircleLabelList"/>
    <dgm:cxn modelId="{50FF12F5-02CB-46D0-902D-7CB65645DF24}" type="presOf" srcId="{8EC1D181-4896-4F33-9A9E-D6E6BE488036}" destId="{E148244C-AC0B-4AF5-858D-843EDE0BDBC4}" srcOrd="0" destOrd="0" presId="urn:microsoft.com/office/officeart/2018/5/layout/IconCircleLabelList"/>
    <dgm:cxn modelId="{B4439512-FCA2-4A65-9853-E096027FDEDD}" type="presParOf" srcId="{B28DAA47-BD9C-44A0-BF75-FC164F753F8F}" destId="{2F5CE832-C9A8-4433-BA29-14831EC7C6B7}" srcOrd="0" destOrd="0" presId="urn:microsoft.com/office/officeart/2018/5/layout/IconCircleLabelList"/>
    <dgm:cxn modelId="{40CB7B4F-4465-42B1-9D13-2E5BF5E088DF}" type="presParOf" srcId="{2F5CE832-C9A8-4433-BA29-14831EC7C6B7}" destId="{F002E41A-6F88-46E9-82B4-BA7321ACC3D4}" srcOrd="0" destOrd="0" presId="urn:microsoft.com/office/officeart/2018/5/layout/IconCircleLabelList"/>
    <dgm:cxn modelId="{701EB8B5-4A03-447B-B8C4-3F03BFCB201F}" type="presParOf" srcId="{2F5CE832-C9A8-4433-BA29-14831EC7C6B7}" destId="{4296CC10-3839-4567-8FD4-00E351738CD8}" srcOrd="1" destOrd="0" presId="urn:microsoft.com/office/officeart/2018/5/layout/IconCircleLabelList"/>
    <dgm:cxn modelId="{FBE767FA-B323-4683-9450-055BCC58BF73}" type="presParOf" srcId="{2F5CE832-C9A8-4433-BA29-14831EC7C6B7}" destId="{A725E480-762D-4EE0-805A-49011E4CD2F1}" srcOrd="2" destOrd="0" presId="urn:microsoft.com/office/officeart/2018/5/layout/IconCircleLabelList"/>
    <dgm:cxn modelId="{A46338C1-13C8-444D-83AC-48F78AF3D6FB}" type="presParOf" srcId="{2F5CE832-C9A8-4433-BA29-14831EC7C6B7}" destId="{E148244C-AC0B-4AF5-858D-843EDE0BDBC4}" srcOrd="3" destOrd="0" presId="urn:microsoft.com/office/officeart/2018/5/layout/IconCircleLabelList"/>
    <dgm:cxn modelId="{B571F4F0-FFAD-4D9C-8B14-4197B7CF89AD}" type="presParOf" srcId="{B28DAA47-BD9C-44A0-BF75-FC164F753F8F}" destId="{6BFBD098-B965-43AA-9031-AC548A073196}" srcOrd="1" destOrd="0" presId="urn:microsoft.com/office/officeart/2018/5/layout/IconCircleLabelList"/>
    <dgm:cxn modelId="{8EF72E9E-DFE1-4489-B144-D526836AC061}" type="presParOf" srcId="{B28DAA47-BD9C-44A0-BF75-FC164F753F8F}" destId="{BDDDE2AE-CA9C-48DB-94FF-5C56A0806DE5}" srcOrd="2" destOrd="0" presId="urn:microsoft.com/office/officeart/2018/5/layout/IconCircleLabelList"/>
    <dgm:cxn modelId="{8DA6D60C-F986-4DBA-8789-257CA93E7795}" type="presParOf" srcId="{BDDDE2AE-CA9C-48DB-94FF-5C56A0806DE5}" destId="{91C67052-19C4-401D-A4FB-B9CA63F12995}" srcOrd="0" destOrd="0" presId="urn:microsoft.com/office/officeart/2018/5/layout/IconCircleLabelList"/>
    <dgm:cxn modelId="{31D684AC-3430-4C54-B871-2A520D8FDDB2}" type="presParOf" srcId="{BDDDE2AE-CA9C-48DB-94FF-5C56A0806DE5}" destId="{79AF8D8B-98E3-43F4-91A1-AA7DE6A0EC7F}" srcOrd="1" destOrd="0" presId="urn:microsoft.com/office/officeart/2018/5/layout/IconCircleLabelList"/>
    <dgm:cxn modelId="{873CC470-B308-4A71-BAEE-AE3ABCD7C1A5}" type="presParOf" srcId="{BDDDE2AE-CA9C-48DB-94FF-5C56A0806DE5}" destId="{DE456AEB-860F-4A58-A477-2CF01516549F}" srcOrd="2" destOrd="0" presId="urn:microsoft.com/office/officeart/2018/5/layout/IconCircleLabelList"/>
    <dgm:cxn modelId="{88FF6BBD-42DF-4841-ABE5-431981F44EAA}" type="presParOf" srcId="{BDDDE2AE-CA9C-48DB-94FF-5C56A0806DE5}" destId="{6EF48A74-BDDC-4BA1-9529-FC4C90AFF2A5}" srcOrd="3" destOrd="0" presId="urn:microsoft.com/office/officeart/2018/5/layout/IconCircleLabelList"/>
    <dgm:cxn modelId="{45D29EED-17BD-4CE6-9548-85BA2556BC54}" type="presParOf" srcId="{B28DAA47-BD9C-44A0-BF75-FC164F753F8F}" destId="{453E0461-31C6-441D-8807-BBF9B9650F7C}" srcOrd="3" destOrd="0" presId="urn:microsoft.com/office/officeart/2018/5/layout/IconCircleLabelList"/>
    <dgm:cxn modelId="{C5DFAD7C-802F-4146-95D6-D717A33EC6EF}" type="presParOf" srcId="{B28DAA47-BD9C-44A0-BF75-FC164F753F8F}" destId="{8B277510-7F2E-4A9A-8613-A19230C9B2C9}" srcOrd="4" destOrd="0" presId="urn:microsoft.com/office/officeart/2018/5/layout/IconCircleLabelList"/>
    <dgm:cxn modelId="{F93A1C11-86C1-48B8-AD96-EA05FD315DFA}" type="presParOf" srcId="{8B277510-7F2E-4A9A-8613-A19230C9B2C9}" destId="{2A5FB813-1CFC-442B-87AB-236707FBCA47}" srcOrd="0" destOrd="0" presId="urn:microsoft.com/office/officeart/2018/5/layout/IconCircleLabelList"/>
    <dgm:cxn modelId="{3EA33D97-2347-424C-9820-9A6AC89C386D}" type="presParOf" srcId="{8B277510-7F2E-4A9A-8613-A19230C9B2C9}" destId="{216EDF28-F266-404E-B037-BFDC127226AA}" srcOrd="1" destOrd="0" presId="urn:microsoft.com/office/officeart/2018/5/layout/IconCircleLabelList"/>
    <dgm:cxn modelId="{85653E06-F3E1-4098-B2B3-EE6316C93DE1}" type="presParOf" srcId="{8B277510-7F2E-4A9A-8613-A19230C9B2C9}" destId="{8C34B507-F189-4861-9CD1-85100DC426CA}" srcOrd="2" destOrd="0" presId="urn:microsoft.com/office/officeart/2018/5/layout/IconCircleLabelList"/>
    <dgm:cxn modelId="{E3C21CEF-1121-4434-B22C-2343D484995C}" type="presParOf" srcId="{8B277510-7F2E-4A9A-8613-A19230C9B2C9}" destId="{74A2B1BF-0E20-4EDF-BAB9-D4CCFD946303}" srcOrd="3" destOrd="0" presId="urn:microsoft.com/office/officeart/2018/5/layout/IconCircleLabelList"/>
    <dgm:cxn modelId="{90176291-1EDF-4071-9D33-DAD04C7BE286}" type="presParOf" srcId="{B28DAA47-BD9C-44A0-BF75-FC164F753F8F}" destId="{0B28280D-A101-4AC7-9DE0-DBB8ACD6161B}" srcOrd="5" destOrd="0" presId="urn:microsoft.com/office/officeart/2018/5/layout/IconCircleLabelList"/>
    <dgm:cxn modelId="{B9F46E74-E2B0-4DFA-A6F0-448FCE7D7687}" type="presParOf" srcId="{B28DAA47-BD9C-44A0-BF75-FC164F753F8F}" destId="{DCFA149D-760E-4EB1-A503-A8D59D37A446}" srcOrd="6" destOrd="0" presId="urn:microsoft.com/office/officeart/2018/5/layout/IconCircleLabelList"/>
    <dgm:cxn modelId="{0C813C9C-7B3A-4D5D-96BF-2DA04DBE6A9F}" type="presParOf" srcId="{DCFA149D-760E-4EB1-A503-A8D59D37A446}" destId="{3EA4BF41-DBE4-4E59-8FBB-D176E24084E5}" srcOrd="0" destOrd="0" presId="urn:microsoft.com/office/officeart/2018/5/layout/IconCircleLabelList"/>
    <dgm:cxn modelId="{2774EFCF-B096-4169-A4E3-E5CBC6925CC6}" type="presParOf" srcId="{DCFA149D-760E-4EB1-A503-A8D59D37A446}" destId="{8DD9323A-2486-4099-8AB7-5968841B8C69}" srcOrd="1" destOrd="0" presId="urn:microsoft.com/office/officeart/2018/5/layout/IconCircleLabelList"/>
    <dgm:cxn modelId="{6A7184DB-1216-4798-9E17-B7EFE1DBD6C4}" type="presParOf" srcId="{DCFA149D-760E-4EB1-A503-A8D59D37A446}" destId="{6B1BAD05-2F97-426B-BA74-052E538345F7}" srcOrd="2" destOrd="0" presId="urn:microsoft.com/office/officeart/2018/5/layout/IconCircleLabelList"/>
    <dgm:cxn modelId="{AEB5AD6E-B32E-48CC-B5F4-1CFB1B48D02F}" type="presParOf" srcId="{DCFA149D-760E-4EB1-A503-A8D59D37A446}" destId="{665BDA2F-5426-4FE5-AA4B-F3730D63953F}" srcOrd="3" destOrd="0" presId="urn:microsoft.com/office/officeart/2018/5/layout/IconCircleLabelList"/>
    <dgm:cxn modelId="{2B84659C-520A-4BC3-AE1F-D2953634714E}" type="presParOf" srcId="{B28DAA47-BD9C-44A0-BF75-FC164F753F8F}" destId="{B59F2793-63C8-4E34-9880-59F0E405A4DB}" srcOrd="7" destOrd="0" presId="urn:microsoft.com/office/officeart/2018/5/layout/IconCircleLabelList"/>
    <dgm:cxn modelId="{CB79ED9E-9C3F-4F53-907A-E031D50F6DFA}" type="presParOf" srcId="{B28DAA47-BD9C-44A0-BF75-FC164F753F8F}" destId="{65B22A15-F5E3-4025-AD04-9243BF21F715}" srcOrd="8" destOrd="0" presId="urn:microsoft.com/office/officeart/2018/5/layout/IconCircleLabelList"/>
    <dgm:cxn modelId="{50521195-8006-4416-975E-256DBF2A8022}" type="presParOf" srcId="{65B22A15-F5E3-4025-AD04-9243BF21F715}" destId="{CB3DFA04-D9FF-44A8-B04D-44C298ED02D9}" srcOrd="0" destOrd="0" presId="urn:microsoft.com/office/officeart/2018/5/layout/IconCircleLabelList"/>
    <dgm:cxn modelId="{F7882C92-65E0-4337-AC10-76B2F2AAA034}" type="presParOf" srcId="{65B22A15-F5E3-4025-AD04-9243BF21F715}" destId="{8B6725B2-8D72-483E-A8AB-A42888772E15}" srcOrd="1" destOrd="0" presId="urn:microsoft.com/office/officeart/2018/5/layout/IconCircleLabelList"/>
    <dgm:cxn modelId="{39740C94-6E61-45B7-B859-BC9CF4A721D3}" type="presParOf" srcId="{65B22A15-F5E3-4025-AD04-9243BF21F715}" destId="{452B47FC-92E4-482B-9273-22BAB1E23F82}" srcOrd="2" destOrd="0" presId="urn:microsoft.com/office/officeart/2018/5/layout/IconCircleLabelList"/>
    <dgm:cxn modelId="{FF99A908-08D1-4E83-846F-E16DC35C35E6}" type="presParOf" srcId="{65B22A15-F5E3-4025-AD04-9243BF21F715}" destId="{047C56CC-CEA9-4F67-9C26-22A1F50C575C}" srcOrd="3" destOrd="0" presId="urn:microsoft.com/office/officeart/2018/5/layout/IconCircleLabelList"/>
    <dgm:cxn modelId="{94215AAD-22DE-4BDE-A475-D6ED91DA34B8}" type="presParOf" srcId="{B28DAA47-BD9C-44A0-BF75-FC164F753F8F}" destId="{23C966ED-F58C-4BE3-859A-F8C35C00546B}" srcOrd="9" destOrd="0" presId="urn:microsoft.com/office/officeart/2018/5/layout/IconCircleLabelList"/>
    <dgm:cxn modelId="{D57CE537-AE16-4AD8-B144-6EA290A75AA5}" type="presParOf" srcId="{B28DAA47-BD9C-44A0-BF75-FC164F753F8F}" destId="{FC5C7368-EDCB-40E8-AFE6-4F7AA16A94AC}" srcOrd="10" destOrd="0" presId="urn:microsoft.com/office/officeart/2018/5/layout/IconCircleLabelList"/>
    <dgm:cxn modelId="{CDA5F0DD-689E-483F-9204-B9BCADC41928}" type="presParOf" srcId="{FC5C7368-EDCB-40E8-AFE6-4F7AA16A94AC}" destId="{451E30B0-913D-4B92-8EC0-E957BF5F779D}" srcOrd="0" destOrd="0" presId="urn:microsoft.com/office/officeart/2018/5/layout/IconCircleLabelList"/>
    <dgm:cxn modelId="{359EDD98-764D-4CCC-8FFD-C965FEEA6F30}" type="presParOf" srcId="{FC5C7368-EDCB-40E8-AFE6-4F7AA16A94AC}" destId="{FE16A004-A1CE-4244-94F4-E865A0E6073D}" srcOrd="1" destOrd="0" presId="urn:microsoft.com/office/officeart/2018/5/layout/IconCircleLabelList"/>
    <dgm:cxn modelId="{2C49613C-F803-4921-B954-1269AEE61E28}" type="presParOf" srcId="{FC5C7368-EDCB-40E8-AFE6-4F7AA16A94AC}" destId="{44DBF018-9743-448A-8A22-279FE38C6648}" srcOrd="2" destOrd="0" presId="urn:microsoft.com/office/officeart/2018/5/layout/IconCircleLabelList"/>
    <dgm:cxn modelId="{B5DB3C2C-219A-4203-A299-9201EE1B35FD}" type="presParOf" srcId="{FC5C7368-EDCB-40E8-AFE6-4F7AA16A94AC}" destId="{AF641E1B-1937-419E-88C0-D3CEB4BD39FA}" srcOrd="3" destOrd="0" presId="urn:microsoft.com/office/officeart/2018/5/layout/IconCircleLabelList"/>
    <dgm:cxn modelId="{BB01A75F-BCC7-43E4-B92D-AC03570552BC}" type="presParOf" srcId="{B28DAA47-BD9C-44A0-BF75-FC164F753F8F}" destId="{AC0E22DD-3537-4AA3-A38E-387E45176B91}" srcOrd="11" destOrd="0" presId="urn:microsoft.com/office/officeart/2018/5/layout/IconCircleLabelList"/>
    <dgm:cxn modelId="{C097C5A2-B1B7-43E9-9475-B992C80CEF5D}" type="presParOf" srcId="{B28DAA47-BD9C-44A0-BF75-FC164F753F8F}" destId="{1C6F4027-2630-4F86-85F6-40B398035FC2}" srcOrd="12" destOrd="0" presId="urn:microsoft.com/office/officeart/2018/5/layout/IconCircleLabelList"/>
    <dgm:cxn modelId="{8FBE7DC9-1984-4D60-BEAE-4810DB852FFA}" type="presParOf" srcId="{1C6F4027-2630-4F86-85F6-40B398035FC2}" destId="{4C6498AD-BB33-40B3-BA7A-14EB7BA4D687}" srcOrd="0" destOrd="0" presId="urn:microsoft.com/office/officeart/2018/5/layout/IconCircleLabelList"/>
    <dgm:cxn modelId="{4F40FEC4-23C5-4F20-B888-13CEBBAE89E9}" type="presParOf" srcId="{1C6F4027-2630-4F86-85F6-40B398035FC2}" destId="{78C647B9-8237-4494-B65C-8C72A6F3B11B}" srcOrd="1" destOrd="0" presId="urn:microsoft.com/office/officeart/2018/5/layout/IconCircleLabelList"/>
    <dgm:cxn modelId="{06560CA2-0123-4093-9B0C-73BEA43B6433}" type="presParOf" srcId="{1C6F4027-2630-4F86-85F6-40B398035FC2}" destId="{B67648D0-C738-4F97-A734-1BC4562B517D}" srcOrd="2" destOrd="0" presId="urn:microsoft.com/office/officeart/2018/5/layout/IconCircleLabelList"/>
    <dgm:cxn modelId="{9EF0391A-EA75-4568-9129-FA2CD7B4271D}" type="presParOf" srcId="{1C6F4027-2630-4F86-85F6-40B398035FC2}" destId="{C8243F49-1EBF-4035-A69C-572698944514}" srcOrd="3" destOrd="0" presId="urn:microsoft.com/office/officeart/2018/5/layout/IconCircleLabelList"/>
    <dgm:cxn modelId="{5A6DD8BC-E24D-4DDF-B422-0A80072A786B}" type="presParOf" srcId="{B28DAA47-BD9C-44A0-BF75-FC164F753F8F}" destId="{AF82A893-B81B-4F16-88F2-301E2ECDD315}" srcOrd="13" destOrd="0" presId="urn:microsoft.com/office/officeart/2018/5/layout/IconCircleLabelList"/>
    <dgm:cxn modelId="{DC9DE5C6-AA89-44DE-9C1E-FF6F0012C635}" type="presParOf" srcId="{B28DAA47-BD9C-44A0-BF75-FC164F753F8F}" destId="{3BE9A3E9-3393-42ED-9D68-26127BED2835}" srcOrd="14" destOrd="0" presId="urn:microsoft.com/office/officeart/2018/5/layout/IconCircleLabelList"/>
    <dgm:cxn modelId="{C4BFCF55-0730-46A8-9F50-C45869CFBA45}" type="presParOf" srcId="{3BE9A3E9-3393-42ED-9D68-26127BED2835}" destId="{1DB6FFA7-2239-4C1B-A822-E64B1A99E46F}" srcOrd="0" destOrd="0" presId="urn:microsoft.com/office/officeart/2018/5/layout/IconCircleLabelList"/>
    <dgm:cxn modelId="{C12CFA34-D35D-49A1-BAB0-9410D040F09E}" type="presParOf" srcId="{3BE9A3E9-3393-42ED-9D68-26127BED2835}" destId="{A4CC6310-0D0C-46B7-85E9-E7F40CAC2426}" srcOrd="1" destOrd="0" presId="urn:microsoft.com/office/officeart/2018/5/layout/IconCircleLabelList"/>
    <dgm:cxn modelId="{3D7C72E2-A964-45D4-BFB1-23AA82B829F6}" type="presParOf" srcId="{3BE9A3E9-3393-42ED-9D68-26127BED2835}" destId="{EBD49E0F-909F-4641-A0F3-FA70883EF1AB}" srcOrd="2" destOrd="0" presId="urn:microsoft.com/office/officeart/2018/5/layout/IconCircleLabelList"/>
    <dgm:cxn modelId="{18DE73A6-4436-493B-906B-C70CDCE195E6}" type="presParOf" srcId="{3BE9A3E9-3393-42ED-9D68-26127BED2835}" destId="{210BF6B8-FCAB-42FC-95EF-95E140B07B9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24B8B7-8CBC-4FE6-8F03-4F74D4B5161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0D3E1F-2938-49FF-AC78-ECF326828CDA}">
      <dgm:prSet/>
      <dgm:spPr/>
      <dgm:t>
        <a:bodyPr/>
        <a:lstStyle/>
        <a:p>
          <a:r>
            <a:rPr lang="en-US"/>
            <a:t>Process used to make a database that will be free from anomalies like insertion, deletion, and update.</a:t>
          </a:r>
        </a:p>
      </dgm:t>
    </dgm:pt>
    <dgm:pt modelId="{C1543DFC-21CB-4041-948C-FC6DD0412CA2}" type="parTrans" cxnId="{616205F3-89B0-48B0-A4A4-F99245E93171}">
      <dgm:prSet/>
      <dgm:spPr/>
      <dgm:t>
        <a:bodyPr/>
        <a:lstStyle/>
        <a:p>
          <a:endParaRPr lang="en-US"/>
        </a:p>
      </dgm:t>
    </dgm:pt>
    <dgm:pt modelId="{1823B3BB-0E17-4631-B413-0F9F01266C5D}" type="sibTrans" cxnId="{616205F3-89B0-48B0-A4A4-F99245E93171}">
      <dgm:prSet/>
      <dgm:spPr/>
      <dgm:t>
        <a:bodyPr/>
        <a:lstStyle/>
        <a:p>
          <a:endParaRPr lang="en-US"/>
        </a:p>
      </dgm:t>
    </dgm:pt>
    <dgm:pt modelId="{ACEEFE27-FC71-4555-ABD4-34BA0BBE2480}">
      <dgm:prSet/>
      <dgm:spPr/>
      <dgm:t>
        <a:bodyPr/>
        <a:lstStyle/>
        <a:p>
          <a:r>
            <a:rPr lang="en-US"/>
            <a:t>Ensure data is accurate, manage spaces, and make queries on the database run as fast as possible.</a:t>
          </a:r>
        </a:p>
      </dgm:t>
    </dgm:pt>
    <dgm:pt modelId="{BB7014F8-62FD-4158-8B83-B7DD3B4C79C5}" type="parTrans" cxnId="{48B5C61A-44B1-4C79-87E6-242AB5307717}">
      <dgm:prSet/>
      <dgm:spPr/>
      <dgm:t>
        <a:bodyPr/>
        <a:lstStyle/>
        <a:p>
          <a:endParaRPr lang="en-US"/>
        </a:p>
      </dgm:t>
    </dgm:pt>
    <dgm:pt modelId="{09D2A9D3-B9C8-4DFC-897D-87D0FC0EA93F}" type="sibTrans" cxnId="{48B5C61A-44B1-4C79-87E6-242AB5307717}">
      <dgm:prSet/>
      <dgm:spPr/>
      <dgm:t>
        <a:bodyPr/>
        <a:lstStyle/>
        <a:p>
          <a:endParaRPr lang="en-US"/>
        </a:p>
      </dgm:t>
    </dgm:pt>
    <dgm:pt modelId="{44979D8B-8CA2-4136-9A32-5381F79EEC76}">
      <dgm:prSet/>
      <dgm:spPr/>
      <dgm:t>
        <a:bodyPr/>
        <a:lstStyle/>
        <a:p>
          <a:r>
            <a:rPr lang="en-US"/>
            <a:t>Normalized table up to BCNF</a:t>
          </a:r>
        </a:p>
      </dgm:t>
    </dgm:pt>
    <dgm:pt modelId="{C301B88A-9845-4A15-9570-5084FE81D876}" type="parTrans" cxnId="{FECFB016-8739-457B-93DD-C3B2C4822736}">
      <dgm:prSet/>
      <dgm:spPr/>
      <dgm:t>
        <a:bodyPr/>
        <a:lstStyle/>
        <a:p>
          <a:endParaRPr lang="en-US"/>
        </a:p>
      </dgm:t>
    </dgm:pt>
    <dgm:pt modelId="{7DA0351C-CC5F-44C7-B27D-8E2D03AAF8B7}" type="sibTrans" cxnId="{FECFB016-8739-457B-93DD-C3B2C4822736}">
      <dgm:prSet/>
      <dgm:spPr/>
      <dgm:t>
        <a:bodyPr/>
        <a:lstStyle/>
        <a:p>
          <a:endParaRPr lang="en-US"/>
        </a:p>
      </dgm:t>
    </dgm:pt>
    <dgm:pt modelId="{7F47FFAF-0D6A-4A5F-8458-3211EE6916BF}">
      <dgm:prSet/>
      <dgm:spPr/>
      <dgm:t>
        <a:bodyPr/>
        <a:lstStyle/>
        <a:p>
          <a:r>
            <a:rPr lang="en-US"/>
            <a:t>Creation of separate tables of tables to achieve BCNF </a:t>
          </a:r>
        </a:p>
      </dgm:t>
    </dgm:pt>
    <dgm:pt modelId="{0A330FB9-EA93-4D64-898D-33595FAC9751}" type="parTrans" cxnId="{1CF83B89-53AD-493B-BCA4-0EBD63904289}">
      <dgm:prSet/>
      <dgm:spPr/>
      <dgm:t>
        <a:bodyPr/>
        <a:lstStyle/>
        <a:p>
          <a:endParaRPr lang="en-US"/>
        </a:p>
      </dgm:t>
    </dgm:pt>
    <dgm:pt modelId="{43BA48C1-21C1-43F5-A4C4-38365F31170D}" type="sibTrans" cxnId="{1CF83B89-53AD-493B-BCA4-0EBD63904289}">
      <dgm:prSet/>
      <dgm:spPr/>
      <dgm:t>
        <a:bodyPr/>
        <a:lstStyle/>
        <a:p>
          <a:endParaRPr lang="en-US"/>
        </a:p>
      </dgm:t>
    </dgm:pt>
    <dgm:pt modelId="{1E4C5E77-759F-4B05-A5DF-9BF0A478CC9D}" type="pres">
      <dgm:prSet presAssocID="{9324B8B7-8CBC-4FE6-8F03-4F74D4B5161C}" presName="vert0" presStyleCnt="0">
        <dgm:presLayoutVars>
          <dgm:dir/>
          <dgm:animOne val="branch"/>
          <dgm:animLvl val="lvl"/>
        </dgm:presLayoutVars>
      </dgm:prSet>
      <dgm:spPr/>
    </dgm:pt>
    <dgm:pt modelId="{19238109-503A-4552-B82C-89D641B6412A}" type="pres">
      <dgm:prSet presAssocID="{AC0D3E1F-2938-49FF-AC78-ECF326828CDA}" presName="thickLine" presStyleLbl="alignNode1" presStyleIdx="0" presStyleCnt="4"/>
      <dgm:spPr/>
    </dgm:pt>
    <dgm:pt modelId="{D2AE2CEF-DDE9-4C5C-B474-E51A3A4BDDEC}" type="pres">
      <dgm:prSet presAssocID="{AC0D3E1F-2938-49FF-AC78-ECF326828CDA}" presName="horz1" presStyleCnt="0"/>
      <dgm:spPr/>
    </dgm:pt>
    <dgm:pt modelId="{92B75B3C-DA44-436C-8593-744A125F4CE2}" type="pres">
      <dgm:prSet presAssocID="{AC0D3E1F-2938-49FF-AC78-ECF326828CDA}" presName="tx1" presStyleLbl="revTx" presStyleIdx="0" presStyleCnt="4"/>
      <dgm:spPr/>
    </dgm:pt>
    <dgm:pt modelId="{66D1B240-F6AC-47EE-81D5-2AF45DA81EF0}" type="pres">
      <dgm:prSet presAssocID="{AC0D3E1F-2938-49FF-AC78-ECF326828CDA}" presName="vert1" presStyleCnt="0"/>
      <dgm:spPr/>
    </dgm:pt>
    <dgm:pt modelId="{3F815639-349A-40C2-9623-4D96B35B1660}" type="pres">
      <dgm:prSet presAssocID="{ACEEFE27-FC71-4555-ABD4-34BA0BBE2480}" presName="thickLine" presStyleLbl="alignNode1" presStyleIdx="1" presStyleCnt="4"/>
      <dgm:spPr/>
    </dgm:pt>
    <dgm:pt modelId="{4D853B73-4DC3-4A76-A6DD-0EC830B4ABE2}" type="pres">
      <dgm:prSet presAssocID="{ACEEFE27-FC71-4555-ABD4-34BA0BBE2480}" presName="horz1" presStyleCnt="0"/>
      <dgm:spPr/>
    </dgm:pt>
    <dgm:pt modelId="{0BD89FDD-58D0-454C-9B22-ED14918A43DB}" type="pres">
      <dgm:prSet presAssocID="{ACEEFE27-FC71-4555-ABD4-34BA0BBE2480}" presName="tx1" presStyleLbl="revTx" presStyleIdx="1" presStyleCnt="4"/>
      <dgm:spPr/>
    </dgm:pt>
    <dgm:pt modelId="{84AAA8AB-45DE-48BF-99A2-8253E62BBBAF}" type="pres">
      <dgm:prSet presAssocID="{ACEEFE27-FC71-4555-ABD4-34BA0BBE2480}" presName="vert1" presStyleCnt="0"/>
      <dgm:spPr/>
    </dgm:pt>
    <dgm:pt modelId="{D6A674F3-B936-42D8-AB2A-58C9BD52B980}" type="pres">
      <dgm:prSet presAssocID="{44979D8B-8CA2-4136-9A32-5381F79EEC76}" presName="thickLine" presStyleLbl="alignNode1" presStyleIdx="2" presStyleCnt="4"/>
      <dgm:spPr/>
    </dgm:pt>
    <dgm:pt modelId="{8A69B138-EB41-4296-9E69-E2CFDF101618}" type="pres">
      <dgm:prSet presAssocID="{44979D8B-8CA2-4136-9A32-5381F79EEC76}" presName="horz1" presStyleCnt="0"/>
      <dgm:spPr/>
    </dgm:pt>
    <dgm:pt modelId="{41831202-A5E4-49B1-A93E-77266BF8D069}" type="pres">
      <dgm:prSet presAssocID="{44979D8B-8CA2-4136-9A32-5381F79EEC76}" presName="tx1" presStyleLbl="revTx" presStyleIdx="2" presStyleCnt="4"/>
      <dgm:spPr/>
    </dgm:pt>
    <dgm:pt modelId="{5FFCBDDC-A001-4479-9D9D-A1FA4EFB776D}" type="pres">
      <dgm:prSet presAssocID="{44979D8B-8CA2-4136-9A32-5381F79EEC76}" presName="vert1" presStyleCnt="0"/>
      <dgm:spPr/>
    </dgm:pt>
    <dgm:pt modelId="{2ADC625C-84A9-4D2B-B9A7-0042B13634AE}" type="pres">
      <dgm:prSet presAssocID="{7F47FFAF-0D6A-4A5F-8458-3211EE6916BF}" presName="thickLine" presStyleLbl="alignNode1" presStyleIdx="3" presStyleCnt="4"/>
      <dgm:spPr/>
    </dgm:pt>
    <dgm:pt modelId="{38116439-EE24-45EC-9875-4261055DAA1F}" type="pres">
      <dgm:prSet presAssocID="{7F47FFAF-0D6A-4A5F-8458-3211EE6916BF}" presName="horz1" presStyleCnt="0"/>
      <dgm:spPr/>
    </dgm:pt>
    <dgm:pt modelId="{D2A3B7CA-A221-472C-BD6F-CDE39211C5B9}" type="pres">
      <dgm:prSet presAssocID="{7F47FFAF-0D6A-4A5F-8458-3211EE6916BF}" presName="tx1" presStyleLbl="revTx" presStyleIdx="3" presStyleCnt="4"/>
      <dgm:spPr/>
    </dgm:pt>
    <dgm:pt modelId="{0681158E-5CF5-4B61-A5F0-9FAEADA172F8}" type="pres">
      <dgm:prSet presAssocID="{7F47FFAF-0D6A-4A5F-8458-3211EE6916BF}" presName="vert1" presStyleCnt="0"/>
      <dgm:spPr/>
    </dgm:pt>
  </dgm:ptLst>
  <dgm:cxnLst>
    <dgm:cxn modelId="{738A0D11-E558-414A-93FD-1C9C7097D43F}" type="presOf" srcId="{9324B8B7-8CBC-4FE6-8F03-4F74D4B5161C}" destId="{1E4C5E77-759F-4B05-A5DF-9BF0A478CC9D}" srcOrd="0" destOrd="0" presId="urn:microsoft.com/office/officeart/2008/layout/LinedList"/>
    <dgm:cxn modelId="{FECFB016-8739-457B-93DD-C3B2C4822736}" srcId="{9324B8B7-8CBC-4FE6-8F03-4F74D4B5161C}" destId="{44979D8B-8CA2-4136-9A32-5381F79EEC76}" srcOrd="2" destOrd="0" parTransId="{C301B88A-9845-4A15-9570-5084FE81D876}" sibTransId="{7DA0351C-CC5F-44C7-B27D-8E2D03AAF8B7}"/>
    <dgm:cxn modelId="{48B5C61A-44B1-4C79-87E6-242AB5307717}" srcId="{9324B8B7-8CBC-4FE6-8F03-4F74D4B5161C}" destId="{ACEEFE27-FC71-4555-ABD4-34BA0BBE2480}" srcOrd="1" destOrd="0" parTransId="{BB7014F8-62FD-4158-8B83-B7DD3B4C79C5}" sibTransId="{09D2A9D3-B9C8-4DFC-897D-87D0FC0EA93F}"/>
    <dgm:cxn modelId="{A617F254-B7E9-4247-BC7F-F371A6AA0F98}" type="presOf" srcId="{7F47FFAF-0D6A-4A5F-8458-3211EE6916BF}" destId="{D2A3B7CA-A221-472C-BD6F-CDE39211C5B9}" srcOrd="0" destOrd="0" presId="urn:microsoft.com/office/officeart/2008/layout/LinedList"/>
    <dgm:cxn modelId="{1CF83B89-53AD-493B-BCA4-0EBD63904289}" srcId="{9324B8B7-8CBC-4FE6-8F03-4F74D4B5161C}" destId="{7F47FFAF-0D6A-4A5F-8458-3211EE6916BF}" srcOrd="3" destOrd="0" parTransId="{0A330FB9-EA93-4D64-898D-33595FAC9751}" sibTransId="{43BA48C1-21C1-43F5-A4C4-38365F31170D}"/>
    <dgm:cxn modelId="{C79A1D9C-BA99-4A3C-B074-B646F2EF8C25}" type="presOf" srcId="{44979D8B-8CA2-4136-9A32-5381F79EEC76}" destId="{41831202-A5E4-49B1-A93E-77266BF8D069}" srcOrd="0" destOrd="0" presId="urn:microsoft.com/office/officeart/2008/layout/LinedList"/>
    <dgm:cxn modelId="{43D8E19E-05C5-4A8B-AFF2-4425953B690E}" type="presOf" srcId="{ACEEFE27-FC71-4555-ABD4-34BA0BBE2480}" destId="{0BD89FDD-58D0-454C-9B22-ED14918A43DB}" srcOrd="0" destOrd="0" presId="urn:microsoft.com/office/officeart/2008/layout/LinedList"/>
    <dgm:cxn modelId="{5926F0B5-6D52-4C2E-82B0-16B2991B8EAF}" type="presOf" srcId="{AC0D3E1F-2938-49FF-AC78-ECF326828CDA}" destId="{92B75B3C-DA44-436C-8593-744A125F4CE2}" srcOrd="0" destOrd="0" presId="urn:microsoft.com/office/officeart/2008/layout/LinedList"/>
    <dgm:cxn modelId="{616205F3-89B0-48B0-A4A4-F99245E93171}" srcId="{9324B8B7-8CBC-4FE6-8F03-4F74D4B5161C}" destId="{AC0D3E1F-2938-49FF-AC78-ECF326828CDA}" srcOrd="0" destOrd="0" parTransId="{C1543DFC-21CB-4041-948C-FC6DD0412CA2}" sibTransId="{1823B3BB-0E17-4631-B413-0F9F01266C5D}"/>
    <dgm:cxn modelId="{32938083-E0C2-4511-938E-5FB366D4E75E}" type="presParOf" srcId="{1E4C5E77-759F-4B05-A5DF-9BF0A478CC9D}" destId="{19238109-503A-4552-B82C-89D641B6412A}" srcOrd="0" destOrd="0" presId="urn:microsoft.com/office/officeart/2008/layout/LinedList"/>
    <dgm:cxn modelId="{19FCD625-1A09-43F6-BF14-8224657229AD}" type="presParOf" srcId="{1E4C5E77-759F-4B05-A5DF-9BF0A478CC9D}" destId="{D2AE2CEF-DDE9-4C5C-B474-E51A3A4BDDEC}" srcOrd="1" destOrd="0" presId="urn:microsoft.com/office/officeart/2008/layout/LinedList"/>
    <dgm:cxn modelId="{9F28F5C4-B255-4AA7-9755-CA99ED713DE2}" type="presParOf" srcId="{D2AE2CEF-DDE9-4C5C-B474-E51A3A4BDDEC}" destId="{92B75B3C-DA44-436C-8593-744A125F4CE2}" srcOrd="0" destOrd="0" presId="urn:microsoft.com/office/officeart/2008/layout/LinedList"/>
    <dgm:cxn modelId="{0674C8BB-0BCF-4304-83EC-E0EF07870516}" type="presParOf" srcId="{D2AE2CEF-DDE9-4C5C-B474-E51A3A4BDDEC}" destId="{66D1B240-F6AC-47EE-81D5-2AF45DA81EF0}" srcOrd="1" destOrd="0" presId="urn:microsoft.com/office/officeart/2008/layout/LinedList"/>
    <dgm:cxn modelId="{CC41EC53-E5CC-4310-B16D-EC3C09A2D6E0}" type="presParOf" srcId="{1E4C5E77-759F-4B05-A5DF-9BF0A478CC9D}" destId="{3F815639-349A-40C2-9623-4D96B35B1660}" srcOrd="2" destOrd="0" presId="urn:microsoft.com/office/officeart/2008/layout/LinedList"/>
    <dgm:cxn modelId="{BD6DF874-B6DA-4C0B-A934-33DB7D0E0CF2}" type="presParOf" srcId="{1E4C5E77-759F-4B05-A5DF-9BF0A478CC9D}" destId="{4D853B73-4DC3-4A76-A6DD-0EC830B4ABE2}" srcOrd="3" destOrd="0" presId="urn:microsoft.com/office/officeart/2008/layout/LinedList"/>
    <dgm:cxn modelId="{D8154A02-10C6-40CD-9D36-50A1D5724B49}" type="presParOf" srcId="{4D853B73-4DC3-4A76-A6DD-0EC830B4ABE2}" destId="{0BD89FDD-58D0-454C-9B22-ED14918A43DB}" srcOrd="0" destOrd="0" presId="urn:microsoft.com/office/officeart/2008/layout/LinedList"/>
    <dgm:cxn modelId="{218AE321-4951-46F7-87FF-ADC0949FBB96}" type="presParOf" srcId="{4D853B73-4DC3-4A76-A6DD-0EC830B4ABE2}" destId="{84AAA8AB-45DE-48BF-99A2-8253E62BBBAF}" srcOrd="1" destOrd="0" presId="urn:microsoft.com/office/officeart/2008/layout/LinedList"/>
    <dgm:cxn modelId="{682FCC4B-A757-4B25-9708-52427E984DC1}" type="presParOf" srcId="{1E4C5E77-759F-4B05-A5DF-9BF0A478CC9D}" destId="{D6A674F3-B936-42D8-AB2A-58C9BD52B980}" srcOrd="4" destOrd="0" presId="urn:microsoft.com/office/officeart/2008/layout/LinedList"/>
    <dgm:cxn modelId="{D3FCABC7-2380-497B-8FAA-76850F108955}" type="presParOf" srcId="{1E4C5E77-759F-4B05-A5DF-9BF0A478CC9D}" destId="{8A69B138-EB41-4296-9E69-E2CFDF101618}" srcOrd="5" destOrd="0" presId="urn:microsoft.com/office/officeart/2008/layout/LinedList"/>
    <dgm:cxn modelId="{BE8C412F-CF5E-4ECA-81D6-543105E36D30}" type="presParOf" srcId="{8A69B138-EB41-4296-9E69-E2CFDF101618}" destId="{41831202-A5E4-49B1-A93E-77266BF8D069}" srcOrd="0" destOrd="0" presId="urn:microsoft.com/office/officeart/2008/layout/LinedList"/>
    <dgm:cxn modelId="{7DF2D71B-B1B9-4C83-B9EE-170C72F4737B}" type="presParOf" srcId="{8A69B138-EB41-4296-9E69-E2CFDF101618}" destId="{5FFCBDDC-A001-4479-9D9D-A1FA4EFB776D}" srcOrd="1" destOrd="0" presId="urn:microsoft.com/office/officeart/2008/layout/LinedList"/>
    <dgm:cxn modelId="{64761040-9BD1-47C8-9729-D9590130679B}" type="presParOf" srcId="{1E4C5E77-759F-4B05-A5DF-9BF0A478CC9D}" destId="{2ADC625C-84A9-4D2B-B9A7-0042B13634AE}" srcOrd="6" destOrd="0" presId="urn:microsoft.com/office/officeart/2008/layout/LinedList"/>
    <dgm:cxn modelId="{F014EFC9-EF96-4AF2-A2C4-1DE798100F92}" type="presParOf" srcId="{1E4C5E77-759F-4B05-A5DF-9BF0A478CC9D}" destId="{38116439-EE24-45EC-9875-4261055DAA1F}" srcOrd="7" destOrd="0" presId="urn:microsoft.com/office/officeart/2008/layout/LinedList"/>
    <dgm:cxn modelId="{7689AF78-4044-414D-BF58-43432D08FABB}" type="presParOf" srcId="{38116439-EE24-45EC-9875-4261055DAA1F}" destId="{D2A3B7CA-A221-472C-BD6F-CDE39211C5B9}" srcOrd="0" destOrd="0" presId="urn:microsoft.com/office/officeart/2008/layout/LinedList"/>
    <dgm:cxn modelId="{7621CD97-0773-4900-82C7-7C044B0323E9}" type="presParOf" srcId="{38116439-EE24-45EC-9875-4261055DAA1F}" destId="{0681158E-5CF5-4B61-A5F0-9FAEADA172F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2E41A-6F88-46E9-82B4-BA7321ACC3D4}">
      <dsp:nvSpPr>
        <dsp:cNvPr id="0" name=""/>
        <dsp:cNvSpPr/>
      </dsp:nvSpPr>
      <dsp:spPr>
        <a:xfrm>
          <a:off x="1090175" y="530"/>
          <a:ext cx="957533" cy="9575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96CC10-3839-4567-8FD4-00E351738CD8}">
      <dsp:nvSpPr>
        <dsp:cNvPr id="0" name=""/>
        <dsp:cNvSpPr/>
      </dsp:nvSpPr>
      <dsp:spPr>
        <a:xfrm>
          <a:off x="1294240" y="204595"/>
          <a:ext cx="549404" cy="5494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8244C-AC0B-4AF5-858D-843EDE0BDBC4}">
      <dsp:nvSpPr>
        <dsp:cNvPr id="0" name=""/>
        <dsp:cNvSpPr/>
      </dsp:nvSpPr>
      <dsp:spPr>
        <a:xfrm>
          <a:off x="784079" y="1256312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Office</a:t>
          </a:r>
        </a:p>
      </dsp:txBody>
      <dsp:txXfrm>
        <a:off x="784079" y="1256312"/>
        <a:ext cx="1569726" cy="627890"/>
      </dsp:txXfrm>
    </dsp:sp>
    <dsp:sp modelId="{91C67052-19C4-401D-A4FB-B9CA63F12995}">
      <dsp:nvSpPr>
        <dsp:cNvPr id="0" name=""/>
        <dsp:cNvSpPr/>
      </dsp:nvSpPr>
      <dsp:spPr>
        <a:xfrm>
          <a:off x="2934604" y="530"/>
          <a:ext cx="957533" cy="9575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AF8D8B-98E3-43F4-91A1-AA7DE6A0EC7F}">
      <dsp:nvSpPr>
        <dsp:cNvPr id="0" name=""/>
        <dsp:cNvSpPr/>
      </dsp:nvSpPr>
      <dsp:spPr>
        <a:xfrm>
          <a:off x="3138669" y="204595"/>
          <a:ext cx="549404" cy="5494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48A74-BDDC-4BA1-9529-FC4C90AFF2A5}">
      <dsp:nvSpPr>
        <dsp:cNvPr id="0" name=""/>
        <dsp:cNvSpPr/>
      </dsp:nvSpPr>
      <dsp:spPr>
        <a:xfrm>
          <a:off x="2628508" y="1256312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Employee</a:t>
          </a:r>
        </a:p>
      </dsp:txBody>
      <dsp:txXfrm>
        <a:off x="2628508" y="1256312"/>
        <a:ext cx="1569726" cy="627890"/>
      </dsp:txXfrm>
    </dsp:sp>
    <dsp:sp modelId="{2A5FB813-1CFC-442B-87AB-236707FBCA47}">
      <dsp:nvSpPr>
        <dsp:cNvPr id="0" name=""/>
        <dsp:cNvSpPr/>
      </dsp:nvSpPr>
      <dsp:spPr>
        <a:xfrm>
          <a:off x="4779033" y="530"/>
          <a:ext cx="957533" cy="9575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6EDF28-F266-404E-B037-BFDC127226AA}">
      <dsp:nvSpPr>
        <dsp:cNvPr id="0" name=""/>
        <dsp:cNvSpPr/>
      </dsp:nvSpPr>
      <dsp:spPr>
        <a:xfrm>
          <a:off x="4983097" y="204595"/>
          <a:ext cx="549404" cy="5494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2B1BF-0E20-4EDF-BAB9-D4CCFD946303}">
      <dsp:nvSpPr>
        <dsp:cNvPr id="0" name=""/>
        <dsp:cNvSpPr/>
      </dsp:nvSpPr>
      <dsp:spPr>
        <a:xfrm>
          <a:off x="4472936" y="1256312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Student</a:t>
          </a:r>
        </a:p>
      </dsp:txBody>
      <dsp:txXfrm>
        <a:off x="4472936" y="1256312"/>
        <a:ext cx="1569726" cy="627890"/>
      </dsp:txXfrm>
    </dsp:sp>
    <dsp:sp modelId="{3EA4BF41-DBE4-4E59-8FBB-D176E24084E5}">
      <dsp:nvSpPr>
        <dsp:cNvPr id="0" name=""/>
        <dsp:cNvSpPr/>
      </dsp:nvSpPr>
      <dsp:spPr>
        <a:xfrm>
          <a:off x="6623462" y="530"/>
          <a:ext cx="957533" cy="9575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9323A-2486-4099-8AB7-5968841B8C69}">
      <dsp:nvSpPr>
        <dsp:cNvPr id="0" name=""/>
        <dsp:cNvSpPr/>
      </dsp:nvSpPr>
      <dsp:spPr>
        <a:xfrm>
          <a:off x="6827526" y="204595"/>
          <a:ext cx="549404" cy="5494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5BDA2F-5426-4FE5-AA4B-F3730D63953F}">
      <dsp:nvSpPr>
        <dsp:cNvPr id="0" name=""/>
        <dsp:cNvSpPr/>
      </dsp:nvSpPr>
      <dsp:spPr>
        <a:xfrm>
          <a:off x="6317365" y="1256312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Instructor</a:t>
          </a:r>
        </a:p>
      </dsp:txBody>
      <dsp:txXfrm>
        <a:off x="6317365" y="1256312"/>
        <a:ext cx="1569726" cy="627890"/>
      </dsp:txXfrm>
    </dsp:sp>
    <dsp:sp modelId="{CB3DFA04-D9FF-44A8-B04D-44C298ED02D9}">
      <dsp:nvSpPr>
        <dsp:cNvPr id="0" name=""/>
        <dsp:cNvSpPr/>
      </dsp:nvSpPr>
      <dsp:spPr>
        <a:xfrm>
          <a:off x="8467890" y="530"/>
          <a:ext cx="957533" cy="95753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725B2-8D72-483E-A8AB-A42888772E15}">
      <dsp:nvSpPr>
        <dsp:cNvPr id="0" name=""/>
        <dsp:cNvSpPr/>
      </dsp:nvSpPr>
      <dsp:spPr>
        <a:xfrm>
          <a:off x="8671955" y="204595"/>
          <a:ext cx="549404" cy="54940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C56CC-CEA9-4F67-9C26-22A1F50C575C}">
      <dsp:nvSpPr>
        <dsp:cNvPr id="0" name=""/>
        <dsp:cNvSpPr/>
      </dsp:nvSpPr>
      <dsp:spPr>
        <a:xfrm>
          <a:off x="8161794" y="1256312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Course</a:t>
          </a:r>
        </a:p>
      </dsp:txBody>
      <dsp:txXfrm>
        <a:off x="8161794" y="1256312"/>
        <a:ext cx="1569726" cy="627890"/>
      </dsp:txXfrm>
    </dsp:sp>
    <dsp:sp modelId="{451E30B0-913D-4B92-8EC0-E957BF5F779D}">
      <dsp:nvSpPr>
        <dsp:cNvPr id="0" name=""/>
        <dsp:cNvSpPr/>
      </dsp:nvSpPr>
      <dsp:spPr>
        <a:xfrm>
          <a:off x="2934604" y="2276634"/>
          <a:ext cx="957533" cy="9575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16A004-A1CE-4244-94F4-E865A0E6073D}">
      <dsp:nvSpPr>
        <dsp:cNvPr id="0" name=""/>
        <dsp:cNvSpPr/>
      </dsp:nvSpPr>
      <dsp:spPr>
        <a:xfrm>
          <a:off x="3138669" y="2480698"/>
          <a:ext cx="549404" cy="54940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41E1B-1937-419E-88C0-D3CEB4BD39FA}">
      <dsp:nvSpPr>
        <dsp:cNvPr id="0" name=""/>
        <dsp:cNvSpPr/>
      </dsp:nvSpPr>
      <dsp:spPr>
        <a:xfrm>
          <a:off x="2628508" y="3532415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Vehicle</a:t>
          </a:r>
        </a:p>
      </dsp:txBody>
      <dsp:txXfrm>
        <a:off x="2628508" y="3532415"/>
        <a:ext cx="1569726" cy="627890"/>
      </dsp:txXfrm>
    </dsp:sp>
    <dsp:sp modelId="{4C6498AD-BB33-40B3-BA7A-14EB7BA4D687}">
      <dsp:nvSpPr>
        <dsp:cNvPr id="0" name=""/>
        <dsp:cNvSpPr/>
      </dsp:nvSpPr>
      <dsp:spPr>
        <a:xfrm>
          <a:off x="4779033" y="2276634"/>
          <a:ext cx="957533" cy="9575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647B9-8237-4494-B65C-8C72A6F3B11B}">
      <dsp:nvSpPr>
        <dsp:cNvPr id="0" name=""/>
        <dsp:cNvSpPr/>
      </dsp:nvSpPr>
      <dsp:spPr>
        <a:xfrm>
          <a:off x="4983097" y="2480698"/>
          <a:ext cx="549404" cy="54940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43F49-1EBF-4035-A69C-572698944514}">
      <dsp:nvSpPr>
        <dsp:cNvPr id="0" name=""/>
        <dsp:cNvSpPr/>
      </dsp:nvSpPr>
      <dsp:spPr>
        <a:xfrm>
          <a:off x="4472936" y="3532415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Maintenance</a:t>
          </a:r>
        </a:p>
      </dsp:txBody>
      <dsp:txXfrm>
        <a:off x="4472936" y="3532415"/>
        <a:ext cx="1569726" cy="627890"/>
      </dsp:txXfrm>
    </dsp:sp>
    <dsp:sp modelId="{1DB6FFA7-2239-4C1B-A822-E64B1A99E46F}">
      <dsp:nvSpPr>
        <dsp:cNvPr id="0" name=""/>
        <dsp:cNvSpPr/>
      </dsp:nvSpPr>
      <dsp:spPr>
        <a:xfrm>
          <a:off x="6623462" y="2276634"/>
          <a:ext cx="957533" cy="9575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C6310-0D0C-46B7-85E9-E7F40CAC2426}">
      <dsp:nvSpPr>
        <dsp:cNvPr id="0" name=""/>
        <dsp:cNvSpPr/>
      </dsp:nvSpPr>
      <dsp:spPr>
        <a:xfrm>
          <a:off x="6827526" y="2480698"/>
          <a:ext cx="549404" cy="549404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0BF6B8-FCAB-42FC-95EF-95E140B07B98}">
      <dsp:nvSpPr>
        <dsp:cNvPr id="0" name=""/>
        <dsp:cNvSpPr/>
      </dsp:nvSpPr>
      <dsp:spPr>
        <a:xfrm>
          <a:off x="6317365" y="3532415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payment</a:t>
          </a:r>
        </a:p>
      </dsp:txBody>
      <dsp:txXfrm>
        <a:off x="6317365" y="3532415"/>
        <a:ext cx="1569726" cy="6278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238109-503A-4552-B82C-89D641B6412A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B75B3C-DA44-436C-8593-744A125F4CE2}">
      <dsp:nvSpPr>
        <dsp:cNvPr id="0" name=""/>
        <dsp:cNvSpPr/>
      </dsp:nvSpPr>
      <dsp:spPr>
        <a:xfrm>
          <a:off x="0" y="0"/>
          <a:ext cx="10515600" cy="1040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Process used to make a database that will be free from anomalies like insertion, deletion, and update.</a:t>
          </a:r>
        </a:p>
      </dsp:txBody>
      <dsp:txXfrm>
        <a:off x="0" y="0"/>
        <a:ext cx="10515600" cy="1040130"/>
      </dsp:txXfrm>
    </dsp:sp>
    <dsp:sp modelId="{3F815639-349A-40C2-9623-4D96B35B1660}">
      <dsp:nvSpPr>
        <dsp:cNvPr id="0" name=""/>
        <dsp:cNvSpPr/>
      </dsp:nvSpPr>
      <dsp:spPr>
        <a:xfrm>
          <a:off x="0" y="104013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D89FDD-58D0-454C-9B22-ED14918A43DB}">
      <dsp:nvSpPr>
        <dsp:cNvPr id="0" name=""/>
        <dsp:cNvSpPr/>
      </dsp:nvSpPr>
      <dsp:spPr>
        <a:xfrm>
          <a:off x="0" y="1040130"/>
          <a:ext cx="10515600" cy="1040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Ensure data is accurate, manage spaces, and make queries on the database run as fast as possible.</a:t>
          </a:r>
        </a:p>
      </dsp:txBody>
      <dsp:txXfrm>
        <a:off x="0" y="1040130"/>
        <a:ext cx="10515600" cy="1040130"/>
      </dsp:txXfrm>
    </dsp:sp>
    <dsp:sp modelId="{D6A674F3-B936-42D8-AB2A-58C9BD52B980}">
      <dsp:nvSpPr>
        <dsp:cNvPr id="0" name=""/>
        <dsp:cNvSpPr/>
      </dsp:nvSpPr>
      <dsp:spPr>
        <a:xfrm>
          <a:off x="0" y="208026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831202-A5E4-49B1-A93E-77266BF8D069}">
      <dsp:nvSpPr>
        <dsp:cNvPr id="0" name=""/>
        <dsp:cNvSpPr/>
      </dsp:nvSpPr>
      <dsp:spPr>
        <a:xfrm>
          <a:off x="0" y="2080260"/>
          <a:ext cx="10515600" cy="1040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Normalized table up to BCNF</a:t>
          </a:r>
        </a:p>
      </dsp:txBody>
      <dsp:txXfrm>
        <a:off x="0" y="2080260"/>
        <a:ext cx="10515600" cy="1040130"/>
      </dsp:txXfrm>
    </dsp:sp>
    <dsp:sp modelId="{2ADC625C-84A9-4D2B-B9A7-0042B13634AE}">
      <dsp:nvSpPr>
        <dsp:cNvPr id="0" name=""/>
        <dsp:cNvSpPr/>
      </dsp:nvSpPr>
      <dsp:spPr>
        <a:xfrm>
          <a:off x="0" y="312039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3B7CA-A221-472C-BD6F-CDE39211C5B9}">
      <dsp:nvSpPr>
        <dsp:cNvPr id="0" name=""/>
        <dsp:cNvSpPr/>
      </dsp:nvSpPr>
      <dsp:spPr>
        <a:xfrm>
          <a:off x="0" y="3120390"/>
          <a:ext cx="10515600" cy="1040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Creation of separate tables of tables to achieve BCNF </a:t>
          </a:r>
        </a:p>
      </dsp:txBody>
      <dsp:txXfrm>
        <a:off x="0" y="3120390"/>
        <a:ext cx="10515600" cy="10401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3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4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85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8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1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62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98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7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3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44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67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84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67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64E0904-5ABD-4DC7-8562-C38580C9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blue and blue wavy lines&#10;&#10;Description automatically generated with medium confidence">
            <a:extLst>
              <a:ext uri="{FF2B5EF4-FFF2-40B4-BE49-F238E27FC236}">
                <a16:creationId xmlns:a16="http://schemas.microsoft.com/office/drawing/2014/main" id="{4FED2DEB-B0DF-16A8-E8E4-BF16511B32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94" b="5593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560655" y="6858000"/>
                </a:lnTo>
                <a:lnTo>
                  <a:pt x="11572884" y="6759738"/>
                </a:lnTo>
                <a:cubicBezTo>
                  <a:pt x="11663744" y="6693104"/>
                  <a:pt x="11749315" y="6619456"/>
                  <a:pt x="11812292" y="6532282"/>
                </a:cubicBezTo>
                <a:cubicBezTo>
                  <a:pt x="11851232" y="6478675"/>
                  <a:pt x="11886807" y="6425068"/>
                  <a:pt x="11956995" y="6386992"/>
                </a:cubicBezTo>
                <a:cubicBezTo>
                  <a:pt x="11918054" y="6334888"/>
                  <a:pt x="11851232" y="6322863"/>
                  <a:pt x="11801234" y="6284788"/>
                </a:cubicBezTo>
                <a:cubicBezTo>
                  <a:pt x="11797390" y="6253224"/>
                  <a:pt x="11876711" y="6262743"/>
                  <a:pt x="11856520" y="6193604"/>
                </a:cubicBezTo>
                <a:cubicBezTo>
                  <a:pt x="11829119" y="6101419"/>
                  <a:pt x="11858923" y="5996209"/>
                  <a:pt x="11722875" y="5956630"/>
                </a:cubicBezTo>
                <a:cubicBezTo>
                  <a:pt x="11686819" y="5866950"/>
                  <a:pt x="11676724" y="5723664"/>
                  <a:pt x="11763258" y="5635988"/>
                </a:cubicBezTo>
                <a:cubicBezTo>
                  <a:pt x="11892094" y="5505226"/>
                  <a:pt x="11871424" y="5422059"/>
                  <a:pt x="11706050" y="5351418"/>
                </a:cubicBezTo>
                <a:cubicBezTo>
                  <a:pt x="11684896" y="5342400"/>
                  <a:pt x="11707491" y="4786287"/>
                  <a:pt x="11697876" y="4763241"/>
                </a:cubicBezTo>
                <a:cubicBezTo>
                  <a:pt x="11713260" y="4731677"/>
                  <a:pt x="11749315" y="4739192"/>
                  <a:pt x="11776236" y="4730675"/>
                </a:cubicBezTo>
                <a:cubicBezTo>
                  <a:pt x="11894018" y="4694603"/>
                  <a:pt x="11897864" y="4694603"/>
                  <a:pt x="11868540" y="4584884"/>
                </a:cubicBezTo>
                <a:cubicBezTo>
                  <a:pt x="11859884" y="4551817"/>
                  <a:pt x="11880076" y="4538289"/>
                  <a:pt x="11898825" y="4517749"/>
                </a:cubicBezTo>
                <a:cubicBezTo>
                  <a:pt x="11969013" y="4441095"/>
                  <a:pt x="11969494" y="4440094"/>
                  <a:pt x="11897864" y="4375464"/>
                </a:cubicBezTo>
                <a:cubicBezTo>
                  <a:pt x="11877192" y="4356928"/>
                  <a:pt x="11863252" y="4336887"/>
                  <a:pt x="11854116" y="4311838"/>
                </a:cubicBezTo>
                <a:cubicBezTo>
                  <a:pt x="11837290" y="4266245"/>
                  <a:pt x="11837771" y="4228169"/>
                  <a:pt x="11901709" y="4203620"/>
                </a:cubicBezTo>
                <a:cubicBezTo>
                  <a:pt x="11946418" y="4186086"/>
                  <a:pt x="11971897" y="4166044"/>
                  <a:pt x="11974782" y="4114442"/>
                </a:cubicBezTo>
                <a:cubicBezTo>
                  <a:pt x="11976706" y="4071355"/>
                  <a:pt x="11981993" y="4043299"/>
                  <a:pt x="11932476" y="4024762"/>
                </a:cubicBezTo>
                <a:cubicBezTo>
                  <a:pt x="11892576" y="4009732"/>
                  <a:pt x="11881038" y="3977668"/>
                  <a:pt x="11885365" y="3939592"/>
                </a:cubicBezTo>
                <a:cubicBezTo>
                  <a:pt x="11895460" y="3846405"/>
                  <a:pt x="11841137" y="3791796"/>
                  <a:pt x="11751719" y="3749211"/>
                </a:cubicBezTo>
                <a:cubicBezTo>
                  <a:pt x="11666628" y="3708629"/>
                  <a:pt x="11592115" y="3654019"/>
                  <a:pt x="11513754" y="3604420"/>
                </a:cubicBezTo>
                <a:cubicBezTo>
                  <a:pt x="11426740" y="3549310"/>
                  <a:pt x="11325786" y="3516243"/>
                  <a:pt x="11220504" y="3488188"/>
                </a:cubicBezTo>
                <a:cubicBezTo>
                  <a:pt x="11239734" y="3448108"/>
                  <a:pt x="11306076" y="3470653"/>
                  <a:pt x="11312805" y="3414541"/>
                </a:cubicBezTo>
                <a:cubicBezTo>
                  <a:pt x="11148394" y="3366945"/>
                  <a:pt x="10991193" y="3295301"/>
                  <a:pt x="10805146" y="3277767"/>
                </a:cubicBezTo>
                <a:cubicBezTo>
                  <a:pt x="10955618" y="3286784"/>
                  <a:pt x="11092147" y="3222154"/>
                  <a:pt x="11234926" y="3203117"/>
                </a:cubicBezTo>
                <a:cubicBezTo>
                  <a:pt x="11248386" y="3171554"/>
                  <a:pt x="11217140" y="3179569"/>
                  <a:pt x="11204640" y="3174060"/>
                </a:cubicBezTo>
                <a:cubicBezTo>
                  <a:pt x="11192140" y="3168047"/>
                  <a:pt x="11176757" y="3166042"/>
                  <a:pt x="11174834" y="3143498"/>
                </a:cubicBezTo>
                <a:cubicBezTo>
                  <a:pt x="11243580" y="3110932"/>
                  <a:pt x="11329632" y="3132475"/>
                  <a:pt x="11400780" y="3099410"/>
                </a:cubicBezTo>
                <a:cubicBezTo>
                  <a:pt x="11384916" y="3051314"/>
                  <a:pt x="11323382" y="3080371"/>
                  <a:pt x="11297902" y="3041793"/>
                </a:cubicBezTo>
                <a:cubicBezTo>
                  <a:pt x="11364246" y="3034780"/>
                  <a:pt x="11425779" y="3031774"/>
                  <a:pt x="11485870" y="3021253"/>
                </a:cubicBezTo>
                <a:cubicBezTo>
                  <a:pt x="11532984" y="3013236"/>
                  <a:pt x="11545964" y="2972154"/>
                  <a:pt x="11513754" y="2944098"/>
                </a:cubicBezTo>
                <a:cubicBezTo>
                  <a:pt x="11484909" y="2919049"/>
                  <a:pt x="11442604" y="2917044"/>
                  <a:pt x="11405107" y="2906523"/>
                </a:cubicBezTo>
                <a:cubicBezTo>
                  <a:pt x="11137817" y="2833377"/>
                  <a:pt x="10857066" y="2809829"/>
                  <a:pt x="10572950" y="2803317"/>
                </a:cubicBezTo>
                <a:cubicBezTo>
                  <a:pt x="10117210" y="2792795"/>
                  <a:pt x="9660028" y="2793297"/>
                  <a:pt x="9205250" y="2778767"/>
                </a:cubicBezTo>
                <a:cubicBezTo>
                  <a:pt x="8996489" y="2772379"/>
                  <a:pt x="8788540" y="2761765"/>
                  <a:pt x="8579578" y="2759181"/>
                </a:cubicBezTo>
                <a:cubicBezTo>
                  <a:pt x="8509922" y="2758320"/>
                  <a:pt x="8440155" y="2758352"/>
                  <a:pt x="8370208" y="2759730"/>
                </a:cubicBezTo>
                <a:cubicBezTo>
                  <a:pt x="8070708" y="2765742"/>
                  <a:pt x="7771690" y="2764238"/>
                  <a:pt x="7470748" y="2819849"/>
                </a:cubicBezTo>
                <a:cubicBezTo>
                  <a:pt x="7316911" y="2848407"/>
                  <a:pt x="7156825" y="2838887"/>
                  <a:pt x="7001547" y="2861432"/>
                </a:cubicBezTo>
                <a:cubicBezTo>
                  <a:pt x="6765024" y="2896002"/>
                  <a:pt x="6528501" y="2936583"/>
                  <a:pt x="6295343" y="2988688"/>
                </a:cubicBezTo>
                <a:cubicBezTo>
                  <a:pt x="6222271" y="3005220"/>
                  <a:pt x="6131892" y="3015241"/>
                  <a:pt x="6075166" y="3078367"/>
                </a:cubicBezTo>
                <a:cubicBezTo>
                  <a:pt x="5985266" y="3038288"/>
                  <a:pt x="5929502" y="3113938"/>
                  <a:pt x="5859314" y="3139490"/>
                </a:cubicBezTo>
                <a:cubicBezTo>
                  <a:pt x="5831912" y="3149510"/>
                  <a:pt x="5795857" y="3163538"/>
                  <a:pt x="5800183" y="3195101"/>
                </a:cubicBezTo>
                <a:cubicBezTo>
                  <a:pt x="5804030" y="3234680"/>
                  <a:pt x="5844410" y="3260231"/>
                  <a:pt x="5882870" y="3252215"/>
                </a:cubicBezTo>
                <a:cubicBezTo>
                  <a:pt x="6002574" y="3227164"/>
                  <a:pt x="6109777" y="3283277"/>
                  <a:pt x="6232848" y="3274760"/>
                </a:cubicBezTo>
                <a:cubicBezTo>
                  <a:pt x="6125643" y="3298808"/>
                  <a:pt x="6018918" y="3323358"/>
                  <a:pt x="5911715" y="3347407"/>
                </a:cubicBezTo>
                <a:cubicBezTo>
                  <a:pt x="6070839" y="3366444"/>
                  <a:pt x="6227559" y="3332376"/>
                  <a:pt x="6384279" y="3312836"/>
                </a:cubicBezTo>
                <a:cubicBezTo>
                  <a:pt x="6434757" y="3306824"/>
                  <a:pt x="6513117" y="3260732"/>
                  <a:pt x="6526097" y="3325362"/>
                </a:cubicBezTo>
                <a:cubicBezTo>
                  <a:pt x="6534750" y="3368448"/>
                  <a:pt x="6450622" y="3371454"/>
                  <a:pt x="6403028" y="3383478"/>
                </a:cubicBezTo>
                <a:cubicBezTo>
                  <a:pt x="6192945" y="3435081"/>
                  <a:pt x="5979497" y="3465141"/>
                  <a:pt x="5767013" y="3500713"/>
                </a:cubicBezTo>
                <a:cubicBezTo>
                  <a:pt x="5746822" y="3504220"/>
                  <a:pt x="5720381" y="3501214"/>
                  <a:pt x="5706920" y="3511233"/>
                </a:cubicBezTo>
                <a:cubicBezTo>
                  <a:pt x="5598272" y="3591895"/>
                  <a:pt x="5460782" y="3618449"/>
                  <a:pt x="5310793" y="3677066"/>
                </a:cubicBezTo>
                <a:cubicBezTo>
                  <a:pt x="5405498" y="3704622"/>
                  <a:pt x="5469435" y="3648007"/>
                  <a:pt x="5548276" y="3660533"/>
                </a:cubicBezTo>
                <a:cubicBezTo>
                  <a:pt x="5467993" y="3721154"/>
                  <a:pt x="5374730" y="3732677"/>
                  <a:pt x="5293005" y="3765743"/>
                </a:cubicBezTo>
                <a:cubicBezTo>
                  <a:pt x="5234355" y="3789291"/>
                  <a:pt x="5016580" y="3862938"/>
                  <a:pt x="4983410" y="3883981"/>
                </a:cubicBezTo>
                <a:cubicBezTo>
                  <a:pt x="4883416" y="3949110"/>
                  <a:pt x="4756501" y="3979672"/>
                  <a:pt x="4674775" y="4068850"/>
                </a:cubicBezTo>
                <a:cubicBezTo>
                  <a:pt x="4617087" y="4131477"/>
                  <a:pt x="4520939" y="4119952"/>
                  <a:pt x="4453155" y="4163539"/>
                </a:cubicBezTo>
                <a:cubicBezTo>
                  <a:pt x="4429119" y="4204622"/>
                  <a:pt x="4475751" y="4215143"/>
                  <a:pt x="4492095" y="4237188"/>
                </a:cubicBezTo>
                <a:cubicBezTo>
                  <a:pt x="4513728" y="4266746"/>
                  <a:pt x="4475269" y="4283280"/>
                  <a:pt x="4464213" y="4318851"/>
                </a:cubicBezTo>
                <a:cubicBezTo>
                  <a:pt x="4591608" y="4278771"/>
                  <a:pt x="4713234" y="4255223"/>
                  <a:pt x="4857456" y="4241696"/>
                </a:cubicBezTo>
                <a:cubicBezTo>
                  <a:pt x="4809862" y="4299311"/>
                  <a:pt x="4752174" y="4274261"/>
                  <a:pt x="4713234" y="4295303"/>
                </a:cubicBezTo>
                <a:cubicBezTo>
                  <a:pt x="4687756" y="4308830"/>
                  <a:pt x="4648816" y="4314843"/>
                  <a:pt x="4656026" y="4348410"/>
                </a:cubicBezTo>
                <a:cubicBezTo>
                  <a:pt x="4661795" y="4374963"/>
                  <a:pt x="4694486" y="4371456"/>
                  <a:pt x="4718523" y="4368951"/>
                </a:cubicBezTo>
                <a:cubicBezTo>
                  <a:pt x="4810825" y="4359433"/>
                  <a:pt x="4900722" y="4356425"/>
                  <a:pt x="4989178" y="4420054"/>
                </a:cubicBezTo>
                <a:cubicBezTo>
                  <a:pt x="4764193" y="4512739"/>
                  <a:pt x="4505557" y="4473661"/>
                  <a:pt x="4304127" y="4609933"/>
                </a:cubicBezTo>
                <a:cubicBezTo>
                  <a:pt x="4332491" y="4652018"/>
                  <a:pt x="4372871" y="4629473"/>
                  <a:pt x="4402677" y="4624463"/>
                </a:cubicBezTo>
                <a:cubicBezTo>
                  <a:pt x="4598338" y="4590394"/>
                  <a:pt x="5297331" y="4651016"/>
                  <a:pt x="5398287" y="4608430"/>
                </a:cubicBezTo>
                <a:cubicBezTo>
                  <a:pt x="5460301" y="4582379"/>
                  <a:pt x="5525682" y="4569853"/>
                  <a:pt x="5592504" y="4585886"/>
                </a:cubicBezTo>
                <a:cubicBezTo>
                  <a:pt x="5656923" y="4601416"/>
                  <a:pt x="5640578" y="4819353"/>
                  <a:pt x="5411266" y="4964142"/>
                </a:cubicBezTo>
                <a:cubicBezTo>
                  <a:pt x="5378575" y="4984684"/>
                  <a:pt x="5524721" y="5014244"/>
                  <a:pt x="5480493" y="5031277"/>
                </a:cubicBezTo>
                <a:cubicBezTo>
                  <a:pt x="5445880" y="5044804"/>
                  <a:pt x="5276179" y="5037289"/>
                  <a:pt x="5233393" y="5047810"/>
                </a:cubicBezTo>
                <a:cubicBezTo>
                  <a:pt x="5216567" y="5052318"/>
                  <a:pt x="4701216" y="5221157"/>
                  <a:pt x="4750251" y="5256728"/>
                </a:cubicBezTo>
                <a:cubicBezTo>
                  <a:pt x="4896877" y="5363441"/>
                  <a:pt x="5388190" y="5558833"/>
                  <a:pt x="4508440" y="5624965"/>
                </a:cubicBezTo>
                <a:cubicBezTo>
                  <a:pt x="4536323" y="5663542"/>
                  <a:pt x="4613241" y="5638994"/>
                  <a:pt x="4602665" y="5706629"/>
                </a:cubicBezTo>
                <a:cubicBezTo>
                  <a:pt x="4485845" y="5743202"/>
                  <a:pt x="4350758" y="5741198"/>
                  <a:pt x="4215189" y="5797811"/>
                </a:cubicBezTo>
                <a:cubicBezTo>
                  <a:pt x="4276245" y="5838893"/>
                  <a:pt x="4346432" y="5813844"/>
                  <a:pt x="4407966" y="5826870"/>
                </a:cubicBezTo>
                <a:cubicBezTo>
                  <a:pt x="4373353" y="5878473"/>
                  <a:pt x="4313741" y="5870457"/>
                  <a:pt x="4265186" y="5881478"/>
                </a:cubicBezTo>
                <a:cubicBezTo>
                  <a:pt x="4220479" y="5892001"/>
                  <a:pt x="4125774" y="5981680"/>
                  <a:pt x="4145964" y="5977170"/>
                </a:cubicBezTo>
                <a:cubicBezTo>
                  <a:pt x="4332971" y="5937091"/>
                  <a:pt x="4522862" y="5948113"/>
                  <a:pt x="4710350" y="5909035"/>
                </a:cubicBezTo>
                <a:cubicBezTo>
                  <a:pt x="4772366" y="5896009"/>
                  <a:pt x="4842554" y="5870958"/>
                  <a:pt x="4870916" y="5949616"/>
                </a:cubicBezTo>
                <a:cubicBezTo>
                  <a:pt x="4879571" y="5972663"/>
                  <a:pt x="4873320" y="5980177"/>
                  <a:pt x="4960333" y="5949115"/>
                </a:cubicBezTo>
                <a:cubicBezTo>
                  <a:pt x="4994466" y="5937091"/>
                  <a:pt x="5039656" y="5924065"/>
                  <a:pt x="5073788" y="5953623"/>
                </a:cubicBezTo>
                <a:cubicBezTo>
                  <a:pt x="5052154" y="5990698"/>
                  <a:pt x="5010331" y="5979675"/>
                  <a:pt x="4979084" y="5990197"/>
                </a:cubicBezTo>
                <a:cubicBezTo>
                  <a:pt x="4896397" y="6017250"/>
                  <a:pt x="5180513" y="6120457"/>
                  <a:pt x="5100228" y="6151519"/>
                </a:cubicBezTo>
                <a:cubicBezTo>
                  <a:pt x="4935817" y="6215148"/>
                  <a:pt x="4832938" y="6196611"/>
                  <a:pt x="4666602" y="6266250"/>
                </a:cubicBezTo>
                <a:cubicBezTo>
                  <a:pt x="4723331" y="6264746"/>
                  <a:pt x="4706024" y="6288795"/>
                  <a:pt x="4762750" y="6288795"/>
                </a:cubicBezTo>
                <a:cubicBezTo>
                  <a:pt x="4788229" y="6288795"/>
                  <a:pt x="4815151" y="6294807"/>
                  <a:pt x="4815151" y="6322363"/>
                </a:cubicBezTo>
                <a:cubicBezTo>
                  <a:pt x="4815151" y="6348414"/>
                  <a:pt x="4516613" y="6491199"/>
                  <a:pt x="4558918" y="6504727"/>
                </a:cubicBezTo>
                <a:cubicBezTo>
                  <a:pt x="4674295" y="6541299"/>
                  <a:pt x="4970431" y="6429075"/>
                  <a:pt x="4899280" y="6480679"/>
                </a:cubicBezTo>
                <a:cubicBezTo>
                  <a:pt x="4791114" y="6559337"/>
                  <a:pt x="4774769" y="6574868"/>
                  <a:pt x="4692563" y="6586391"/>
                </a:cubicBezTo>
                <a:cubicBezTo>
                  <a:pt x="4621894" y="6596411"/>
                  <a:pt x="4373353" y="6816352"/>
                  <a:pt x="4303645" y="6834888"/>
                </a:cubicBezTo>
                <a:cubicBezTo>
                  <a:pt x="4288262" y="6838896"/>
                  <a:pt x="4291687" y="6845065"/>
                  <a:pt x="4307829" y="6852361"/>
                </a:cubicBezTo>
                <a:lnTo>
                  <a:pt x="432378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495556-96F7-9FD6-F667-642CD76B1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3834174"/>
            <a:ext cx="5257800" cy="1701570"/>
          </a:xfrm>
        </p:spPr>
        <p:txBody>
          <a:bodyPr anchor="b">
            <a:normAutofit/>
          </a:bodyPr>
          <a:lstStyle/>
          <a:p>
            <a:r>
              <a:rPr lang="en-US" sz="3700"/>
              <a:t>SMOOTH DRIVE COLLEGE OF MOTORING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44428-AB23-2F1D-C8D2-0EC40EC5E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592499"/>
            <a:ext cx="5147960" cy="646785"/>
          </a:xfrm>
        </p:spPr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700"/>
              <a:t>SUSHANT HUMAGAIN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700"/>
              <a:t>RONISH SHRESTHA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700"/>
              <a:t>SWAGAT NEUPANE</a:t>
            </a:r>
          </a:p>
        </p:txBody>
      </p:sp>
    </p:spTree>
    <p:extLst>
      <p:ext uri="{BB962C8B-B14F-4D97-AF65-F5344CB8AC3E}">
        <p14:creationId xmlns:p14="http://schemas.microsoft.com/office/powerpoint/2010/main" val="413180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BA4CC-CDF3-7DA2-5997-15E02FFF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13ECC-062E-F80B-E4FA-3DA1788D4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Smooth drive college of motoring:</a:t>
            </a:r>
          </a:p>
          <a:p>
            <a:r>
              <a:rPr lang="en-US"/>
              <a:t>Specialized in providing driving lessons to the people of Scotland</a:t>
            </a:r>
          </a:p>
          <a:p>
            <a:r>
              <a:rPr lang="en-US"/>
              <a:t>Aims to cope with the ever-increasing paperwork and create smooth communication and sharing of information among offices in different cities.</a:t>
            </a:r>
          </a:p>
          <a:p>
            <a:r>
              <a:rPr lang="en-US"/>
              <a:t>Robust database system in place for critical information management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86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38038-C82F-538F-3A03-59F74CD10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/>
              <a:t>Database key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BF7DD-4BD4-B651-014C-EE05188E3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FORMS:</a:t>
            </a:r>
          </a:p>
          <a:p>
            <a:r>
              <a:rPr lang="en-US" sz="2000"/>
              <a:t>Student Registration</a:t>
            </a:r>
          </a:p>
          <a:p>
            <a:r>
              <a:rPr lang="en-US" sz="2000"/>
              <a:t>Employee information</a:t>
            </a:r>
          </a:p>
          <a:p>
            <a:r>
              <a:rPr lang="en-US" sz="2000"/>
              <a:t>Instructor</a:t>
            </a:r>
          </a:p>
          <a:p>
            <a:r>
              <a:rPr lang="en-US" sz="2000"/>
              <a:t>Course information</a:t>
            </a:r>
          </a:p>
          <a:p>
            <a:r>
              <a:rPr lang="en-US" sz="2000"/>
              <a:t>Vehicle and it’s maintenance </a:t>
            </a:r>
          </a:p>
          <a:p>
            <a:r>
              <a:rPr lang="en-US" sz="2000"/>
              <a:t>payment</a:t>
            </a:r>
          </a:p>
          <a:p>
            <a:endParaRPr lang="en-US" sz="2000"/>
          </a:p>
          <a:p>
            <a:endParaRPr lang="en-US" sz="2000"/>
          </a:p>
        </p:txBody>
      </p:sp>
      <p:pic>
        <p:nvPicPr>
          <p:cNvPr id="7" name="Picture 6" descr="A form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DCCAAB93-37EB-DB81-D543-0C28D8D27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86" y="1697609"/>
            <a:ext cx="4747547" cy="34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732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541DB91-0B10-46D9-B34B-7BFF9602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rgbClr val="C629E7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3A533E-FE6B-4E30-DBDA-C94D7FA08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156" y="365125"/>
            <a:ext cx="5827643" cy="1433433"/>
          </a:xfrm>
        </p:spPr>
        <p:txBody>
          <a:bodyPr anchor="b">
            <a:normAutofit/>
          </a:bodyPr>
          <a:lstStyle/>
          <a:p>
            <a:r>
              <a:rPr lang="en-US"/>
              <a:t>Database key operation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88820-E3AC-49BA-FF1F-26E7921F0E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33" r="37597"/>
          <a:stretch/>
        </p:blipFill>
        <p:spPr>
          <a:xfrm>
            <a:off x="643466" y="2790466"/>
            <a:ext cx="4309533" cy="343401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68ACF80-D06E-7BEE-CE2F-6F54E39B7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6156" y="2055813"/>
            <a:ext cx="5827644" cy="412114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REPORT:</a:t>
            </a:r>
          </a:p>
          <a:p>
            <a:r>
              <a:rPr lang="en-US" sz="2400"/>
              <a:t>Student enrollment</a:t>
            </a:r>
          </a:p>
          <a:p>
            <a:r>
              <a:rPr lang="en-US" sz="2400"/>
              <a:t>Instructor performance</a:t>
            </a:r>
          </a:p>
          <a:p>
            <a:r>
              <a:rPr lang="en-US" sz="2400"/>
              <a:t>Student progress</a:t>
            </a:r>
          </a:p>
          <a:p>
            <a:r>
              <a:rPr lang="en-US" sz="2400"/>
              <a:t>Vehicle maintenance</a:t>
            </a:r>
          </a:p>
          <a:p>
            <a:r>
              <a:rPr lang="en-US" sz="2400"/>
              <a:t>Transaction report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94745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B5C0-836D-18D4-BA27-33DC4C031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ENTITY AND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6F4A6-E6C8-139D-CA19-31B0E16DF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latin typeface="Times New Roman"/>
                <a:cs typeface="Times New Roman"/>
              </a:rPr>
              <a:t>Office-</a:t>
            </a:r>
            <a:r>
              <a:rPr lang="en-US" sz="1800" err="1">
                <a:latin typeface="Times New Roman"/>
                <a:cs typeface="Times New Roman"/>
              </a:rPr>
              <a:t>officeID</a:t>
            </a:r>
            <a:r>
              <a:rPr lang="en-US" sz="1800">
                <a:latin typeface="Times New Roman"/>
                <a:cs typeface="Times New Roman"/>
              </a:rPr>
              <a:t>, location, </a:t>
            </a:r>
            <a:r>
              <a:rPr lang="en-US" sz="1800" err="1">
                <a:latin typeface="Times New Roman"/>
                <a:cs typeface="Times New Roman"/>
              </a:rPr>
              <a:t>no.of</a:t>
            </a:r>
            <a:r>
              <a:rPr lang="en-US" sz="1800">
                <a:latin typeface="Times New Roman"/>
                <a:cs typeface="Times New Roman"/>
              </a:rPr>
              <a:t> employee) </a:t>
            </a:r>
          </a:p>
          <a:p>
            <a:r>
              <a:rPr lang="en-US" sz="1800">
                <a:latin typeface="Times New Roman"/>
                <a:cs typeface="Times New Roman"/>
              </a:rPr>
              <a:t>Student(</a:t>
            </a:r>
            <a:r>
              <a:rPr lang="en-US" sz="1800" err="1">
                <a:latin typeface="Times New Roman"/>
                <a:cs typeface="Times New Roman"/>
              </a:rPr>
              <a:t>StudentID</a:t>
            </a:r>
            <a:r>
              <a:rPr lang="en-US" sz="1800">
                <a:latin typeface="Times New Roman"/>
                <a:cs typeface="Times New Roman"/>
              </a:rPr>
              <a:t> (Primary key),First </a:t>
            </a:r>
            <a:r>
              <a:rPr lang="en-US" sz="1800" err="1">
                <a:latin typeface="Times New Roman"/>
                <a:cs typeface="Times New Roman"/>
              </a:rPr>
              <a:t>Name,Last</a:t>
            </a:r>
            <a:r>
              <a:rPr lang="en-US" sz="1800">
                <a:latin typeface="Times New Roman"/>
                <a:cs typeface="Times New Roman"/>
              </a:rPr>
              <a:t> </a:t>
            </a:r>
            <a:r>
              <a:rPr lang="en-US" sz="1800" err="1">
                <a:latin typeface="Times New Roman"/>
                <a:cs typeface="Times New Roman"/>
              </a:rPr>
              <a:t>Name,Address,Sex,Contact</a:t>
            </a:r>
            <a:r>
              <a:rPr lang="en-US" sz="1800">
                <a:latin typeface="Times New Roman"/>
                <a:cs typeface="Times New Roman"/>
              </a:rPr>
              <a:t> </a:t>
            </a:r>
            <a:r>
              <a:rPr lang="en-US" sz="1800" err="1">
                <a:latin typeface="Times New Roman"/>
                <a:cs typeface="Times New Roman"/>
              </a:rPr>
              <a:t>No,Email</a:t>
            </a:r>
            <a:r>
              <a:rPr lang="en-US" sz="1800">
                <a:latin typeface="Times New Roman"/>
                <a:cs typeface="Times New Roman"/>
              </a:rPr>
              <a:t>)</a:t>
            </a:r>
          </a:p>
          <a:p>
            <a:r>
              <a:rPr lang="en-US" sz="1800">
                <a:latin typeface="Times New Roman"/>
                <a:cs typeface="Times New Roman"/>
              </a:rPr>
              <a:t>Employee(</a:t>
            </a:r>
            <a:r>
              <a:rPr lang="en-US" sz="1800" err="1">
                <a:latin typeface="Times New Roman"/>
                <a:ea typeface="+mn-lt"/>
                <a:cs typeface="+mn-lt"/>
              </a:rPr>
              <a:t>EmployeeID</a:t>
            </a:r>
            <a:r>
              <a:rPr lang="en-US" sz="1800">
                <a:latin typeface="Times New Roman"/>
                <a:ea typeface="+mn-lt"/>
                <a:cs typeface="+mn-lt"/>
              </a:rPr>
              <a:t>, </a:t>
            </a:r>
            <a:r>
              <a:rPr lang="en-US" sz="1800" err="1">
                <a:latin typeface="Times New Roman"/>
                <a:ea typeface="+mn-lt"/>
                <a:cs typeface="+mn-lt"/>
              </a:rPr>
              <a:t>firstName</a:t>
            </a:r>
            <a:r>
              <a:rPr lang="en-US" sz="1800">
                <a:latin typeface="Times New Roman"/>
                <a:ea typeface="+mn-lt"/>
                <a:cs typeface="+mn-lt"/>
              </a:rPr>
              <a:t>, LastName, contact information, Address, Position, DOB(date of birth, gender)</a:t>
            </a:r>
          </a:p>
          <a:p>
            <a:r>
              <a:rPr lang="en-US" sz="1800">
                <a:latin typeface="Times New Roman"/>
                <a:cs typeface="Times New Roman"/>
              </a:rPr>
              <a:t>Instructor(</a:t>
            </a:r>
            <a:r>
              <a:rPr lang="en-US" sz="1800">
                <a:latin typeface="Times New Roman"/>
                <a:ea typeface="+mn-lt"/>
                <a:cs typeface="+mn-lt"/>
              </a:rPr>
              <a:t>Instructor ID, First Name, Last Name, Vehicle assigned, Vehicle ID, </a:t>
            </a:r>
            <a:r>
              <a:rPr lang="en-US" sz="1800" err="1">
                <a:latin typeface="Times New Roman"/>
                <a:ea typeface="+mn-lt"/>
                <a:cs typeface="+mn-lt"/>
              </a:rPr>
              <a:t>CourseName</a:t>
            </a:r>
            <a:r>
              <a:rPr lang="en-US" sz="1800">
                <a:latin typeface="Times New Roman"/>
                <a:ea typeface="+mn-lt"/>
                <a:cs typeface="+mn-lt"/>
              </a:rPr>
              <a:t>, Course ID, Availability, Qualifications, </a:t>
            </a:r>
            <a:r>
              <a:rPr lang="en-US" sz="1800" err="1">
                <a:latin typeface="Times New Roman"/>
                <a:ea typeface="+mn-lt"/>
                <a:cs typeface="+mn-lt"/>
              </a:rPr>
              <a:t>Specialities</a:t>
            </a:r>
            <a:r>
              <a:rPr lang="en-US" sz="1800">
                <a:latin typeface="Times New Roman"/>
                <a:cs typeface="Times New Roman"/>
              </a:rPr>
              <a:t>)</a:t>
            </a:r>
          </a:p>
          <a:p>
            <a:r>
              <a:rPr lang="en-US" sz="1800">
                <a:latin typeface="Times New Roman"/>
                <a:cs typeface="Times New Roman"/>
              </a:rPr>
              <a:t>Course(</a:t>
            </a:r>
            <a:r>
              <a:rPr lang="en-US" sz="1800" err="1">
                <a:latin typeface="Times New Roman"/>
                <a:ea typeface="+mn-lt"/>
                <a:cs typeface="+mn-lt"/>
              </a:rPr>
              <a:t>CourseName</a:t>
            </a:r>
            <a:r>
              <a:rPr lang="en-US" sz="1800">
                <a:latin typeface="Times New Roman"/>
                <a:ea typeface="+mn-lt"/>
                <a:cs typeface="+mn-lt"/>
              </a:rPr>
              <a:t>, Course ID, </a:t>
            </a:r>
            <a:r>
              <a:rPr lang="en-US" sz="1800" err="1">
                <a:latin typeface="Times New Roman"/>
                <a:ea typeface="+mn-lt"/>
                <a:cs typeface="+mn-lt"/>
              </a:rPr>
              <a:t>InstructorID</a:t>
            </a:r>
            <a:r>
              <a:rPr lang="en-US" sz="1800">
                <a:latin typeface="Times New Roman"/>
                <a:ea typeface="+mn-lt"/>
                <a:cs typeface="+mn-lt"/>
              </a:rPr>
              <a:t>, </a:t>
            </a:r>
            <a:r>
              <a:rPr lang="en-US" sz="1800" err="1">
                <a:latin typeface="Times New Roman"/>
                <a:ea typeface="+mn-lt"/>
                <a:cs typeface="+mn-lt"/>
              </a:rPr>
              <a:t>studentID</a:t>
            </a:r>
            <a:r>
              <a:rPr lang="en-US" sz="1800">
                <a:latin typeface="Times New Roman"/>
                <a:ea typeface="+mn-lt"/>
                <a:cs typeface="+mn-lt"/>
              </a:rPr>
              <a:t>, Start Date, End Date, Duration, Level)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cs typeface="Times New Roman"/>
              </a:rPr>
              <a:t>Vehicle(</a:t>
            </a:r>
            <a:r>
              <a:rPr lang="en-US" sz="1800" err="1">
                <a:latin typeface="Times New Roman"/>
                <a:ea typeface="+mn-lt"/>
                <a:cs typeface="+mn-lt"/>
              </a:rPr>
              <a:t>VehicleID</a:t>
            </a:r>
            <a:r>
              <a:rPr lang="en-US" sz="1800">
                <a:latin typeface="Times New Roman"/>
                <a:ea typeface="+mn-lt"/>
                <a:cs typeface="+mn-lt"/>
              </a:rPr>
              <a:t>, Vehicle Make, Vehicle Type, Model, Year, License Plate Number</a:t>
            </a:r>
            <a:r>
              <a:rPr lang="en-US" sz="1800">
                <a:latin typeface="Times New Roman"/>
                <a:cs typeface="Times New Roman"/>
              </a:rPr>
              <a:t>)</a:t>
            </a:r>
          </a:p>
          <a:p>
            <a:r>
              <a:rPr lang="en-US" sz="1800">
                <a:latin typeface="Times New Roman"/>
                <a:cs typeface="Times New Roman"/>
              </a:rPr>
              <a:t>Maintenance(</a:t>
            </a:r>
            <a:r>
              <a:rPr lang="en-US" sz="1800">
                <a:latin typeface="Times New Roman"/>
                <a:ea typeface="+mn-lt"/>
                <a:cs typeface="+mn-lt"/>
              </a:rPr>
              <a:t>Vehicle Type, </a:t>
            </a:r>
            <a:r>
              <a:rPr lang="en-US" sz="1800" err="1">
                <a:latin typeface="Times New Roman"/>
                <a:ea typeface="+mn-lt"/>
                <a:cs typeface="+mn-lt"/>
              </a:rPr>
              <a:t>VehicleID</a:t>
            </a:r>
            <a:r>
              <a:rPr lang="en-US" sz="1800">
                <a:latin typeface="Times New Roman"/>
                <a:ea typeface="+mn-lt"/>
                <a:cs typeface="+mn-lt"/>
              </a:rPr>
              <a:t>, Date, Service Type, Service Provider, Service Cost, Next Schedule Maintenance</a:t>
            </a:r>
            <a:r>
              <a:rPr lang="en-US" sz="1800">
                <a:latin typeface="Times New Roman"/>
                <a:cs typeface="Times New Roman"/>
              </a:rPr>
              <a:t> )</a:t>
            </a:r>
          </a:p>
          <a:p>
            <a:r>
              <a:rPr lang="en-US" sz="1800">
                <a:latin typeface="Times New Roman"/>
                <a:cs typeface="Times New Roman"/>
              </a:rPr>
              <a:t>Payment(</a:t>
            </a:r>
            <a:r>
              <a:rPr lang="en-US" sz="1800">
                <a:latin typeface="Times New Roman"/>
                <a:ea typeface="+mn-lt"/>
                <a:cs typeface="+mn-lt"/>
              </a:rPr>
              <a:t>Payment ID, Name, Date, Email, Amount, Payment Method</a:t>
            </a:r>
            <a:r>
              <a:rPr lang="en-US" sz="1800"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7697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99932349-2FAD-773A-4C9E-8038C87B4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292" y="576470"/>
            <a:ext cx="10437759" cy="626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D7124A-2903-9FDB-0CA7-49B6BE92BA25}"/>
              </a:ext>
            </a:extLst>
          </p:cNvPr>
          <p:cNvSpPr txBox="1"/>
          <p:nvPr/>
        </p:nvSpPr>
        <p:spPr>
          <a:xfrm>
            <a:off x="198783" y="20562"/>
            <a:ext cx="4611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ER DIAGRAM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7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B84024F-EC38-45EF-82FA-C3241D5C7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Red toy person in front of two lines of white figures">
            <a:extLst>
              <a:ext uri="{FF2B5EF4-FFF2-40B4-BE49-F238E27FC236}">
                <a16:creationId xmlns:a16="http://schemas.microsoft.com/office/drawing/2014/main" id="{596A1207-083A-8B51-7B14-EFBE51ED6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449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678390" y="3089451"/>
                </a:moveTo>
                <a:cubicBezTo>
                  <a:pt x="4704756" y="3107456"/>
                  <a:pt x="4731118" y="3125461"/>
                  <a:pt x="4757484" y="3143466"/>
                </a:cubicBezTo>
                <a:cubicBezTo>
                  <a:pt x="4742694" y="3138965"/>
                  <a:pt x="4726618" y="3134464"/>
                  <a:pt x="4711185" y="3129962"/>
                </a:cubicBezTo>
                <a:cubicBezTo>
                  <a:pt x="4698324" y="3119029"/>
                  <a:pt x="4684820" y="3108743"/>
                  <a:pt x="4671960" y="3097166"/>
                </a:cubicBezTo>
                <a:cubicBezTo>
                  <a:pt x="4673888" y="3094594"/>
                  <a:pt x="4676460" y="3092024"/>
                  <a:pt x="4678390" y="3089451"/>
                </a:cubicBezTo>
                <a:close/>
                <a:moveTo>
                  <a:pt x="5151664" y="2187270"/>
                </a:moveTo>
                <a:cubicBezTo>
                  <a:pt x="5309852" y="2295300"/>
                  <a:pt x="5468039" y="2403973"/>
                  <a:pt x="5626226" y="2512004"/>
                </a:cubicBezTo>
                <a:cubicBezTo>
                  <a:pt x="5623653" y="2514576"/>
                  <a:pt x="5621725" y="2517148"/>
                  <a:pt x="5619152" y="2519721"/>
                </a:cubicBezTo>
                <a:cubicBezTo>
                  <a:pt x="5445533" y="2428409"/>
                  <a:pt x="5281559" y="2326810"/>
                  <a:pt x="5151664" y="218727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2278570"/>
                </a:lnTo>
                <a:lnTo>
                  <a:pt x="12173904" y="2284270"/>
                </a:lnTo>
                <a:cubicBezTo>
                  <a:pt x="11598583" y="2457853"/>
                  <a:pt x="10504139" y="2701056"/>
                  <a:pt x="9151350" y="2602030"/>
                </a:cubicBezTo>
                <a:cubicBezTo>
                  <a:pt x="9081902" y="2596885"/>
                  <a:pt x="9016313" y="2593669"/>
                  <a:pt x="8949437" y="2591098"/>
                </a:cubicBezTo>
                <a:cubicBezTo>
                  <a:pt x="8357843" y="2564732"/>
                  <a:pt x="7777183" y="2551871"/>
                  <a:pt x="7532186" y="2520363"/>
                </a:cubicBezTo>
                <a:cubicBezTo>
                  <a:pt x="7340561" y="2495285"/>
                  <a:pt x="6360574" y="2283083"/>
                  <a:pt x="6073136" y="2103675"/>
                </a:cubicBezTo>
                <a:cubicBezTo>
                  <a:pt x="5779268" y="1919767"/>
                  <a:pt x="5502120" y="1716567"/>
                  <a:pt x="5226257" y="1512725"/>
                </a:cubicBezTo>
                <a:cubicBezTo>
                  <a:pt x="5106652" y="1424628"/>
                  <a:pt x="4979331" y="1344249"/>
                  <a:pt x="4871300" y="1243293"/>
                </a:cubicBezTo>
                <a:cubicBezTo>
                  <a:pt x="4763272" y="1141694"/>
                  <a:pt x="4660386" y="1036235"/>
                  <a:pt x="4543354" y="942352"/>
                </a:cubicBezTo>
                <a:cubicBezTo>
                  <a:pt x="4509915" y="915344"/>
                  <a:pt x="4476478" y="886408"/>
                  <a:pt x="4427606" y="881906"/>
                </a:cubicBezTo>
                <a:cubicBezTo>
                  <a:pt x="4416675" y="880620"/>
                  <a:pt x="4405100" y="881263"/>
                  <a:pt x="4394168" y="882548"/>
                </a:cubicBezTo>
                <a:cubicBezTo>
                  <a:pt x="4381951" y="883835"/>
                  <a:pt x="4372305" y="890265"/>
                  <a:pt x="4367803" y="901197"/>
                </a:cubicBezTo>
                <a:cubicBezTo>
                  <a:pt x="4363304" y="913416"/>
                  <a:pt x="4371019" y="920488"/>
                  <a:pt x="4380021" y="926918"/>
                </a:cubicBezTo>
                <a:cubicBezTo>
                  <a:pt x="4386451" y="931420"/>
                  <a:pt x="4392881" y="938494"/>
                  <a:pt x="4401241" y="939779"/>
                </a:cubicBezTo>
                <a:cubicBezTo>
                  <a:pt x="4454614" y="947496"/>
                  <a:pt x="4474548" y="986721"/>
                  <a:pt x="4499626" y="1021444"/>
                </a:cubicBezTo>
                <a:cubicBezTo>
                  <a:pt x="4510559" y="1036235"/>
                  <a:pt x="4522132" y="1047810"/>
                  <a:pt x="4502199" y="1069029"/>
                </a:cubicBezTo>
                <a:cubicBezTo>
                  <a:pt x="4484838" y="1087677"/>
                  <a:pt x="4502841" y="1097324"/>
                  <a:pt x="4520845" y="1102469"/>
                </a:cubicBezTo>
                <a:cubicBezTo>
                  <a:pt x="4545924" y="1109541"/>
                  <a:pt x="4575503" y="1108256"/>
                  <a:pt x="4603797" y="1131405"/>
                </a:cubicBezTo>
                <a:cubicBezTo>
                  <a:pt x="4497696" y="1133334"/>
                  <a:pt x="4452684" y="1072246"/>
                  <a:pt x="4404457" y="1015657"/>
                </a:cubicBezTo>
                <a:cubicBezTo>
                  <a:pt x="4386451" y="995081"/>
                  <a:pt x="4374235" y="970645"/>
                  <a:pt x="4358801" y="947496"/>
                </a:cubicBezTo>
                <a:cubicBezTo>
                  <a:pt x="4339510" y="919203"/>
                  <a:pt x="4317003" y="917916"/>
                  <a:pt x="4288710" y="942994"/>
                </a:cubicBezTo>
                <a:cubicBezTo>
                  <a:pt x="4263632" y="965500"/>
                  <a:pt x="4251415" y="963572"/>
                  <a:pt x="4243055" y="932705"/>
                </a:cubicBezTo>
                <a:cubicBezTo>
                  <a:pt x="4230194" y="884478"/>
                  <a:pt x="4200613" y="850398"/>
                  <a:pt x="4150456" y="833036"/>
                </a:cubicBezTo>
                <a:cubicBezTo>
                  <a:pt x="4144991" y="831106"/>
                  <a:pt x="4138882" y="828052"/>
                  <a:pt x="4132854" y="827007"/>
                </a:cubicBezTo>
                <a:cubicBezTo>
                  <a:pt x="4126826" y="825962"/>
                  <a:pt x="4120878" y="826927"/>
                  <a:pt x="4115733" y="833036"/>
                </a:cubicBezTo>
                <a:cubicBezTo>
                  <a:pt x="4106731" y="843323"/>
                  <a:pt x="4114446" y="855542"/>
                  <a:pt x="4120878" y="864544"/>
                </a:cubicBezTo>
                <a:cubicBezTo>
                  <a:pt x="4132452" y="880620"/>
                  <a:pt x="4142741" y="896052"/>
                  <a:pt x="4147242" y="915344"/>
                </a:cubicBezTo>
                <a:cubicBezTo>
                  <a:pt x="4150456" y="928205"/>
                  <a:pt x="4153673" y="942352"/>
                  <a:pt x="4144669" y="951996"/>
                </a:cubicBezTo>
                <a:cubicBezTo>
                  <a:pt x="4107374" y="993151"/>
                  <a:pt x="4134382" y="1012442"/>
                  <a:pt x="4166533" y="1034306"/>
                </a:cubicBezTo>
                <a:cubicBezTo>
                  <a:pt x="4210902" y="1063886"/>
                  <a:pt x="4228265" y="1107611"/>
                  <a:pt x="4217977" y="1159698"/>
                </a:cubicBezTo>
                <a:cubicBezTo>
                  <a:pt x="4214117" y="1180919"/>
                  <a:pt x="4216690" y="1193778"/>
                  <a:pt x="4243055" y="1193136"/>
                </a:cubicBezTo>
                <a:cubicBezTo>
                  <a:pt x="4253342" y="1193136"/>
                  <a:pt x="4255915" y="1200210"/>
                  <a:pt x="4259774" y="1207925"/>
                </a:cubicBezTo>
                <a:cubicBezTo>
                  <a:pt x="4342082" y="1389905"/>
                  <a:pt x="4461044" y="1549378"/>
                  <a:pt x="4600583" y="1695991"/>
                </a:cubicBezTo>
                <a:cubicBezTo>
                  <a:pt x="4713758" y="1814953"/>
                  <a:pt x="4838507" y="1922339"/>
                  <a:pt x="4967756" y="2026512"/>
                </a:cubicBezTo>
                <a:cubicBezTo>
                  <a:pt x="4971614" y="2029727"/>
                  <a:pt x="4975473" y="2033584"/>
                  <a:pt x="4977403" y="2040014"/>
                </a:cubicBezTo>
                <a:cubicBezTo>
                  <a:pt x="4916314" y="2027155"/>
                  <a:pt x="4863585" y="2000789"/>
                  <a:pt x="4812784" y="1971210"/>
                </a:cubicBezTo>
                <a:cubicBezTo>
                  <a:pt x="4677747" y="1892760"/>
                  <a:pt x="4563930" y="1791160"/>
                  <a:pt x="4448827" y="1691489"/>
                </a:cubicBezTo>
                <a:cubicBezTo>
                  <a:pt x="4378736" y="1630400"/>
                  <a:pt x="4306715" y="1571241"/>
                  <a:pt x="4229551" y="1517227"/>
                </a:cubicBezTo>
                <a:cubicBezTo>
                  <a:pt x="4216690" y="1508223"/>
                  <a:pt x="4207687" y="1496649"/>
                  <a:pt x="4198685" y="1485074"/>
                </a:cubicBezTo>
                <a:cubicBezTo>
                  <a:pt x="4193541" y="1478645"/>
                  <a:pt x="4187111" y="1472857"/>
                  <a:pt x="4176822" y="1475430"/>
                </a:cubicBezTo>
                <a:cubicBezTo>
                  <a:pt x="4163961" y="1478645"/>
                  <a:pt x="4162675" y="1488289"/>
                  <a:pt x="4161388" y="1497936"/>
                </a:cubicBezTo>
                <a:cubicBezTo>
                  <a:pt x="4157531" y="1528801"/>
                  <a:pt x="4165890" y="1556452"/>
                  <a:pt x="4181966" y="1582816"/>
                </a:cubicBezTo>
                <a:cubicBezTo>
                  <a:pt x="4223764" y="1650334"/>
                  <a:pt x="4285495" y="1702421"/>
                  <a:pt x="4349155" y="1751935"/>
                </a:cubicBezTo>
                <a:cubicBezTo>
                  <a:pt x="4431464" y="1815596"/>
                  <a:pt x="4511200" y="1881828"/>
                  <a:pt x="4583864" y="1954492"/>
                </a:cubicBezTo>
                <a:cubicBezTo>
                  <a:pt x="4589008" y="1959636"/>
                  <a:pt x="4598653" y="1962851"/>
                  <a:pt x="4595438" y="1977640"/>
                </a:cubicBezTo>
                <a:cubicBezTo>
                  <a:pt x="4549783" y="1943560"/>
                  <a:pt x="4506699" y="1910122"/>
                  <a:pt x="4462973" y="1877969"/>
                </a:cubicBezTo>
                <a:cubicBezTo>
                  <a:pt x="4419889" y="1845818"/>
                  <a:pt x="4376162" y="1813666"/>
                  <a:pt x="4333080" y="1782158"/>
                </a:cubicBezTo>
                <a:cubicBezTo>
                  <a:pt x="4322790" y="1774441"/>
                  <a:pt x="4311858" y="1763509"/>
                  <a:pt x="4297070" y="1773155"/>
                </a:cubicBezTo>
                <a:cubicBezTo>
                  <a:pt x="4281638" y="1782800"/>
                  <a:pt x="4283566" y="1798877"/>
                  <a:pt x="4287426" y="1811736"/>
                </a:cubicBezTo>
                <a:cubicBezTo>
                  <a:pt x="4299642" y="1849676"/>
                  <a:pt x="4320864" y="1883114"/>
                  <a:pt x="4349155" y="1912694"/>
                </a:cubicBezTo>
                <a:cubicBezTo>
                  <a:pt x="4445611" y="2010436"/>
                  <a:pt x="4556855" y="2094673"/>
                  <a:pt x="4660386" y="2185984"/>
                </a:cubicBezTo>
                <a:cubicBezTo>
                  <a:pt x="4716330" y="2235499"/>
                  <a:pt x="4767772" y="2288228"/>
                  <a:pt x="4816643" y="2342884"/>
                </a:cubicBezTo>
                <a:cubicBezTo>
                  <a:pt x="4827575" y="2355104"/>
                  <a:pt x="4826931" y="2366678"/>
                  <a:pt x="4823716" y="2380824"/>
                </a:cubicBezTo>
                <a:cubicBezTo>
                  <a:pt x="4810857" y="2438056"/>
                  <a:pt x="4830790" y="2457346"/>
                  <a:pt x="4895093" y="2446415"/>
                </a:cubicBezTo>
                <a:cubicBezTo>
                  <a:pt x="4915027" y="2443198"/>
                  <a:pt x="4928532" y="2446415"/>
                  <a:pt x="4940748" y="2459917"/>
                </a:cubicBezTo>
                <a:cubicBezTo>
                  <a:pt x="5088648" y="2627107"/>
                  <a:pt x="5263553" y="2767932"/>
                  <a:pt x="5454535" y="2893324"/>
                </a:cubicBezTo>
                <a:cubicBezTo>
                  <a:pt x="5532342" y="2944123"/>
                  <a:pt x="5612723" y="2992353"/>
                  <a:pt x="5694387" y="3037365"/>
                </a:cubicBezTo>
                <a:cubicBezTo>
                  <a:pt x="5694387" y="3040580"/>
                  <a:pt x="5694387" y="3044439"/>
                  <a:pt x="5694387" y="3047654"/>
                </a:cubicBezTo>
                <a:cubicBezTo>
                  <a:pt x="5693744" y="3052154"/>
                  <a:pt x="5693102" y="3054726"/>
                  <a:pt x="5692459" y="3058585"/>
                </a:cubicBezTo>
                <a:cubicBezTo>
                  <a:pt x="5577355" y="2989137"/>
                  <a:pt x="5463536" y="2917760"/>
                  <a:pt x="5352292" y="2842525"/>
                </a:cubicBezTo>
                <a:cubicBezTo>
                  <a:pt x="5050709" y="2638683"/>
                  <a:pt x="4762627" y="2420050"/>
                  <a:pt x="4470046" y="2206561"/>
                </a:cubicBezTo>
                <a:cubicBezTo>
                  <a:pt x="4371661" y="2134541"/>
                  <a:pt x="4293855" y="2042587"/>
                  <a:pt x="4205115" y="1961564"/>
                </a:cubicBezTo>
                <a:cubicBezTo>
                  <a:pt x="4145956" y="1907550"/>
                  <a:pt x="4089368" y="1850963"/>
                  <a:pt x="4020564" y="1806593"/>
                </a:cubicBezTo>
                <a:cubicBezTo>
                  <a:pt x="3992271" y="1788587"/>
                  <a:pt x="3962691" y="1772511"/>
                  <a:pt x="3924751" y="1777013"/>
                </a:cubicBezTo>
                <a:cubicBezTo>
                  <a:pt x="3909962" y="1778943"/>
                  <a:pt x="3893242" y="1782800"/>
                  <a:pt x="3888098" y="1799519"/>
                </a:cubicBezTo>
                <a:cubicBezTo>
                  <a:pt x="3883596" y="1816238"/>
                  <a:pt x="3897100" y="1823955"/>
                  <a:pt x="3909319" y="1831028"/>
                </a:cubicBezTo>
                <a:cubicBezTo>
                  <a:pt x="3912534" y="1832957"/>
                  <a:pt x="3915749" y="1835530"/>
                  <a:pt x="3918964" y="1835530"/>
                </a:cubicBezTo>
                <a:cubicBezTo>
                  <a:pt x="3980052" y="1839387"/>
                  <a:pt x="3994199" y="1888258"/>
                  <a:pt x="4023137" y="1923626"/>
                </a:cubicBezTo>
                <a:cubicBezTo>
                  <a:pt x="4032139" y="1934558"/>
                  <a:pt x="4032781" y="1945489"/>
                  <a:pt x="4023137" y="1958349"/>
                </a:cubicBezTo>
                <a:cubicBezTo>
                  <a:pt x="4005773" y="1981498"/>
                  <a:pt x="4017992" y="1991787"/>
                  <a:pt x="4041141" y="1998217"/>
                </a:cubicBezTo>
                <a:cubicBezTo>
                  <a:pt x="4064289" y="2004648"/>
                  <a:pt x="4089368" y="2006576"/>
                  <a:pt x="4114446" y="2021367"/>
                </a:cubicBezTo>
                <a:cubicBezTo>
                  <a:pt x="4074579" y="2033584"/>
                  <a:pt x="4046928" y="2020725"/>
                  <a:pt x="4021207" y="2004648"/>
                </a:cubicBezTo>
                <a:cubicBezTo>
                  <a:pt x="3963333" y="1969281"/>
                  <a:pt x="3926038" y="1917194"/>
                  <a:pt x="3890670" y="1863823"/>
                </a:cubicBezTo>
                <a:cubicBezTo>
                  <a:pt x="3883596" y="1853534"/>
                  <a:pt x="3877809" y="1841959"/>
                  <a:pt x="3868164" y="1833600"/>
                </a:cubicBezTo>
                <a:cubicBezTo>
                  <a:pt x="3850158" y="1816881"/>
                  <a:pt x="3830867" y="1814953"/>
                  <a:pt x="3809005" y="1835530"/>
                </a:cubicBezTo>
                <a:cubicBezTo>
                  <a:pt x="3780067" y="1862537"/>
                  <a:pt x="3769780" y="1860608"/>
                  <a:pt x="3760134" y="1825885"/>
                </a:cubicBezTo>
                <a:cubicBezTo>
                  <a:pt x="3747272" y="1778943"/>
                  <a:pt x="3718336" y="1746147"/>
                  <a:pt x="3668822" y="1728786"/>
                </a:cubicBezTo>
                <a:cubicBezTo>
                  <a:pt x="3658535" y="1724927"/>
                  <a:pt x="3647603" y="1719782"/>
                  <a:pt x="3636671" y="1728142"/>
                </a:cubicBezTo>
                <a:cubicBezTo>
                  <a:pt x="3625097" y="1737788"/>
                  <a:pt x="3632812" y="1747433"/>
                  <a:pt x="3637314" y="1756437"/>
                </a:cubicBezTo>
                <a:cubicBezTo>
                  <a:pt x="3643744" y="1770583"/>
                  <a:pt x="3651461" y="1784730"/>
                  <a:pt x="3657248" y="1799519"/>
                </a:cubicBezTo>
                <a:cubicBezTo>
                  <a:pt x="3667537" y="1823312"/>
                  <a:pt x="3669467" y="1848391"/>
                  <a:pt x="3650175" y="1871539"/>
                </a:cubicBezTo>
                <a:cubicBezTo>
                  <a:pt x="3636027" y="1888258"/>
                  <a:pt x="3637314" y="1899190"/>
                  <a:pt x="3655963" y="1910765"/>
                </a:cubicBezTo>
                <a:cubicBezTo>
                  <a:pt x="3715764" y="1946775"/>
                  <a:pt x="3753704" y="1993716"/>
                  <a:pt x="3733126" y="2067022"/>
                </a:cubicBezTo>
                <a:cubicBezTo>
                  <a:pt x="3729911" y="2077311"/>
                  <a:pt x="3733770" y="2087600"/>
                  <a:pt x="3745987" y="2086956"/>
                </a:cubicBezTo>
                <a:cubicBezTo>
                  <a:pt x="3772995" y="2085028"/>
                  <a:pt x="3777495" y="2101747"/>
                  <a:pt x="3785212" y="2119109"/>
                </a:cubicBezTo>
                <a:cubicBezTo>
                  <a:pt x="3860447" y="2285655"/>
                  <a:pt x="3969120" y="2430981"/>
                  <a:pt x="4094512" y="2567305"/>
                </a:cubicBezTo>
                <a:cubicBezTo>
                  <a:pt x="4218619" y="2702344"/>
                  <a:pt x="4358158" y="2823234"/>
                  <a:pt x="4506699" y="2938980"/>
                </a:cubicBezTo>
                <a:cubicBezTo>
                  <a:pt x="4464901" y="2935122"/>
                  <a:pt x="4410886" y="2911330"/>
                  <a:pt x="4358801" y="2883679"/>
                </a:cubicBezTo>
                <a:cubicBezTo>
                  <a:pt x="4221192" y="2809730"/>
                  <a:pt x="4108016" y="2709416"/>
                  <a:pt x="3992913" y="2611032"/>
                </a:cubicBezTo>
                <a:cubicBezTo>
                  <a:pt x="3912534" y="2542227"/>
                  <a:pt x="3834084" y="2471493"/>
                  <a:pt x="3744057" y="2412332"/>
                </a:cubicBezTo>
                <a:cubicBezTo>
                  <a:pt x="3733770" y="2405903"/>
                  <a:pt x="3726696" y="2397543"/>
                  <a:pt x="3720909" y="2387254"/>
                </a:cubicBezTo>
                <a:cubicBezTo>
                  <a:pt x="3715764" y="2378252"/>
                  <a:pt x="3708047" y="2369893"/>
                  <a:pt x="3694545" y="2373750"/>
                </a:cubicBezTo>
                <a:cubicBezTo>
                  <a:pt x="3681041" y="2378252"/>
                  <a:pt x="3679754" y="2389827"/>
                  <a:pt x="3679754" y="2400116"/>
                </a:cubicBezTo>
                <a:cubicBezTo>
                  <a:pt x="3681684" y="2438698"/>
                  <a:pt x="3692615" y="2473421"/>
                  <a:pt x="3716407" y="2504287"/>
                </a:cubicBezTo>
                <a:cubicBezTo>
                  <a:pt x="3762706" y="2566020"/>
                  <a:pt x="3824437" y="2614247"/>
                  <a:pt x="3886168" y="2662474"/>
                </a:cubicBezTo>
                <a:cubicBezTo>
                  <a:pt x="3971693" y="2728707"/>
                  <a:pt x="4050787" y="2800727"/>
                  <a:pt x="4122163" y="2881107"/>
                </a:cubicBezTo>
                <a:cubicBezTo>
                  <a:pt x="4070721" y="2841882"/>
                  <a:pt x="4019277" y="2802013"/>
                  <a:pt x="3967191" y="2762788"/>
                </a:cubicBezTo>
                <a:cubicBezTo>
                  <a:pt x="3927966" y="2733209"/>
                  <a:pt x="3887455" y="2704914"/>
                  <a:pt x="3847588" y="2675978"/>
                </a:cubicBezTo>
                <a:cubicBezTo>
                  <a:pt x="3837941" y="2668905"/>
                  <a:pt x="3827652" y="2661189"/>
                  <a:pt x="3814150" y="2670833"/>
                </a:cubicBezTo>
                <a:cubicBezTo>
                  <a:pt x="3801931" y="2679193"/>
                  <a:pt x="3803861" y="2691412"/>
                  <a:pt x="3806433" y="2702986"/>
                </a:cubicBezTo>
                <a:cubicBezTo>
                  <a:pt x="3816078" y="2748641"/>
                  <a:pt x="3843086" y="2785294"/>
                  <a:pt x="3876524" y="2818089"/>
                </a:cubicBezTo>
                <a:cubicBezTo>
                  <a:pt x="3917034" y="2857314"/>
                  <a:pt x="3959476" y="2894611"/>
                  <a:pt x="4003201" y="2931907"/>
                </a:cubicBezTo>
                <a:cubicBezTo>
                  <a:pt x="3956261" y="2921618"/>
                  <a:pt x="3909319" y="2911330"/>
                  <a:pt x="3862377" y="2902971"/>
                </a:cubicBezTo>
                <a:cubicBezTo>
                  <a:pt x="3883596" y="2977562"/>
                  <a:pt x="3933110" y="2992353"/>
                  <a:pt x="3977480" y="3003927"/>
                </a:cubicBezTo>
                <a:cubicBezTo>
                  <a:pt x="4037283" y="3018716"/>
                  <a:pt x="4094512" y="3037365"/>
                  <a:pt x="4151101" y="3058585"/>
                </a:cubicBezTo>
                <a:cubicBezTo>
                  <a:pt x="4174892" y="3079805"/>
                  <a:pt x="4198685" y="3100383"/>
                  <a:pt x="4221834" y="3122245"/>
                </a:cubicBezTo>
                <a:cubicBezTo>
                  <a:pt x="4245627" y="3144753"/>
                  <a:pt x="4268133" y="3167259"/>
                  <a:pt x="4290640" y="3191050"/>
                </a:cubicBezTo>
                <a:cubicBezTo>
                  <a:pt x="4306715" y="3208411"/>
                  <a:pt x="4326006" y="3223203"/>
                  <a:pt x="4307359" y="3252781"/>
                </a:cubicBezTo>
                <a:cubicBezTo>
                  <a:pt x="4298999" y="3266285"/>
                  <a:pt x="4353655" y="3339593"/>
                  <a:pt x="4371019" y="3344093"/>
                </a:cubicBezTo>
                <a:cubicBezTo>
                  <a:pt x="4373591" y="3344735"/>
                  <a:pt x="4376162" y="3345380"/>
                  <a:pt x="4378091" y="3345380"/>
                </a:cubicBezTo>
                <a:cubicBezTo>
                  <a:pt x="4415389" y="3342808"/>
                  <a:pt x="4423749" y="3364671"/>
                  <a:pt x="4424390" y="3392322"/>
                </a:cubicBezTo>
                <a:cubicBezTo>
                  <a:pt x="4425034" y="3419328"/>
                  <a:pt x="4418604" y="3452766"/>
                  <a:pt x="4469403" y="3439262"/>
                </a:cubicBezTo>
                <a:cubicBezTo>
                  <a:pt x="4475190" y="3437977"/>
                  <a:pt x="4476478" y="3441834"/>
                  <a:pt x="4479048" y="3446336"/>
                </a:cubicBezTo>
                <a:cubicBezTo>
                  <a:pt x="4534350" y="3561439"/>
                  <a:pt x="4627590" y="3650178"/>
                  <a:pt x="4719544" y="3738917"/>
                </a:cubicBezTo>
                <a:cubicBezTo>
                  <a:pt x="4724690" y="3743419"/>
                  <a:pt x="4729833" y="3747920"/>
                  <a:pt x="4734977" y="3752421"/>
                </a:cubicBezTo>
                <a:cubicBezTo>
                  <a:pt x="4638523" y="3729915"/>
                  <a:pt x="4320218" y="3700977"/>
                  <a:pt x="4226978" y="3710624"/>
                </a:cubicBezTo>
                <a:cubicBezTo>
                  <a:pt x="4144027" y="3718984"/>
                  <a:pt x="3675254" y="3578802"/>
                  <a:pt x="3578155" y="3495850"/>
                </a:cubicBezTo>
                <a:cubicBezTo>
                  <a:pt x="3564651" y="3560796"/>
                  <a:pt x="3593587" y="3586517"/>
                  <a:pt x="3616738" y="3616098"/>
                </a:cubicBezTo>
                <a:cubicBezTo>
                  <a:pt x="3649531" y="3657895"/>
                  <a:pt x="3654676" y="3687475"/>
                  <a:pt x="3592944" y="3720913"/>
                </a:cubicBezTo>
                <a:cubicBezTo>
                  <a:pt x="3416109" y="3816082"/>
                  <a:pt x="3418038" y="3819297"/>
                  <a:pt x="3583942" y="3948546"/>
                </a:cubicBezTo>
                <a:cubicBezTo>
                  <a:pt x="3591659" y="3954335"/>
                  <a:pt x="3587800" y="3972982"/>
                  <a:pt x="3589730" y="3985844"/>
                </a:cubicBezTo>
                <a:cubicBezTo>
                  <a:pt x="3546645" y="4005135"/>
                  <a:pt x="3495846" y="3954978"/>
                  <a:pt x="3444404" y="4008992"/>
                </a:cubicBezTo>
                <a:cubicBezTo>
                  <a:pt x="3666250" y="4246272"/>
                  <a:pt x="4003845" y="4471979"/>
                  <a:pt x="4309931" y="4650101"/>
                </a:cubicBezTo>
                <a:cubicBezTo>
                  <a:pt x="4062362" y="4708617"/>
                  <a:pt x="3913819" y="4502845"/>
                  <a:pt x="3731840" y="4529209"/>
                </a:cubicBezTo>
                <a:cubicBezTo>
                  <a:pt x="3641172" y="4593512"/>
                  <a:pt x="3911247" y="4697685"/>
                  <a:pt x="3653390" y="4727908"/>
                </a:cubicBezTo>
                <a:cubicBezTo>
                  <a:pt x="3765278" y="4784495"/>
                  <a:pt x="3848230" y="4839796"/>
                  <a:pt x="3925393" y="4904742"/>
                </a:cubicBezTo>
                <a:cubicBezTo>
                  <a:pt x="4062362" y="5021132"/>
                  <a:pt x="4089368" y="5098297"/>
                  <a:pt x="4026352" y="5254555"/>
                </a:cubicBezTo>
                <a:cubicBezTo>
                  <a:pt x="3984554" y="5357440"/>
                  <a:pt x="3924108" y="5451967"/>
                  <a:pt x="3977480" y="5574787"/>
                </a:cubicBezTo>
                <a:cubicBezTo>
                  <a:pt x="4014133" y="5659024"/>
                  <a:pt x="3999986" y="5714325"/>
                  <a:pt x="3861090" y="5676385"/>
                </a:cubicBezTo>
                <a:cubicBezTo>
                  <a:pt x="3711264" y="5635875"/>
                  <a:pt x="3654676" y="5711753"/>
                  <a:pt x="3692615" y="5859008"/>
                </a:cubicBezTo>
                <a:cubicBezTo>
                  <a:pt x="3717051" y="5953535"/>
                  <a:pt x="3691328" y="5983115"/>
                  <a:pt x="3588443" y="5972183"/>
                </a:cubicBezTo>
                <a:cubicBezTo>
                  <a:pt x="3474625" y="5959965"/>
                  <a:pt x="3366596" y="5898233"/>
                  <a:pt x="3225771" y="5927814"/>
                </a:cubicBezTo>
                <a:cubicBezTo>
                  <a:pt x="3338301" y="6100148"/>
                  <a:pt x="3578798" y="6051276"/>
                  <a:pt x="3709977" y="6215251"/>
                </a:cubicBezTo>
                <a:cubicBezTo>
                  <a:pt x="3553719" y="6215893"/>
                  <a:pt x="3434115" y="6215251"/>
                  <a:pt x="3318367" y="6179240"/>
                </a:cubicBezTo>
                <a:cubicBezTo>
                  <a:pt x="3270140" y="6164451"/>
                  <a:pt x="3217411" y="6149662"/>
                  <a:pt x="3190403" y="6199174"/>
                </a:cubicBezTo>
                <a:cubicBezTo>
                  <a:pt x="3158252" y="6258978"/>
                  <a:pt x="3223841" y="6281484"/>
                  <a:pt x="3263066" y="6292415"/>
                </a:cubicBezTo>
                <a:cubicBezTo>
                  <a:pt x="3373669" y="6322638"/>
                  <a:pt x="3458550" y="6394014"/>
                  <a:pt x="3550504" y="6449958"/>
                </a:cubicBezTo>
                <a:cubicBezTo>
                  <a:pt x="3726616" y="6557427"/>
                  <a:pt x="3917990" y="6649139"/>
                  <a:pt x="4077239" y="6805655"/>
                </a:cubicBezTo>
                <a:lnTo>
                  <a:pt x="4125813" y="6858000"/>
                </a:lnTo>
                <a:lnTo>
                  <a:pt x="4084568" y="6858000"/>
                </a:lnTo>
                <a:lnTo>
                  <a:pt x="3991456" y="6828025"/>
                </a:lnTo>
                <a:cubicBezTo>
                  <a:pt x="3846743" y="6771357"/>
                  <a:pt x="3719301" y="6699136"/>
                  <a:pt x="3569795" y="6680810"/>
                </a:cubicBezTo>
                <a:cubicBezTo>
                  <a:pt x="3613040" y="6726948"/>
                  <a:pt x="3659338" y="6769067"/>
                  <a:pt x="3707747" y="6808392"/>
                </a:cubicBezTo>
                <a:lnTo>
                  <a:pt x="37751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50D8-836B-CA22-8C3A-9277CB8A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4838" y="2878371"/>
            <a:ext cx="5938962" cy="1463145"/>
          </a:xfrm>
        </p:spPr>
        <p:txBody>
          <a:bodyPr anchor="b">
            <a:normAutofit/>
          </a:bodyPr>
          <a:lstStyle/>
          <a:p>
            <a:r>
              <a:rPr lang="en-US"/>
              <a:t>Establishment of relationship.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8AD33-6FEB-2242-9620-46D95F49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4837" y="4502384"/>
            <a:ext cx="5938962" cy="163602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Primary Key</a:t>
            </a:r>
          </a:p>
          <a:p>
            <a:pPr>
              <a:lnSpc>
                <a:spcPct val="90000"/>
              </a:lnSpc>
            </a:pPr>
            <a:r>
              <a:rPr lang="en-US" sz="2000"/>
              <a:t>Foreign key</a:t>
            </a:r>
          </a:p>
          <a:p>
            <a:pPr>
              <a:lnSpc>
                <a:spcPct val="90000"/>
              </a:lnSpc>
            </a:pPr>
            <a:r>
              <a:rPr lang="en-US" sz="2000"/>
              <a:t>Relationship Cardinality </a:t>
            </a:r>
          </a:p>
          <a:p>
            <a:pPr>
              <a:lnSpc>
                <a:spcPct val="90000"/>
              </a:lnSpc>
            </a:pPr>
            <a:r>
              <a:rPr lang="en-US" sz="2000"/>
              <a:t>Referential Integrity</a:t>
            </a:r>
          </a:p>
        </p:txBody>
      </p:sp>
    </p:spTree>
    <p:extLst>
      <p:ext uri="{BB962C8B-B14F-4D97-AF65-F5344CB8AC3E}">
        <p14:creationId xmlns:p14="http://schemas.microsoft.com/office/powerpoint/2010/main" val="4154520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C2AD9-A843-29E3-6446-E837077B5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/>
              <a:t>Benefits of ERD</a:t>
            </a:r>
          </a:p>
        </p:txBody>
      </p:sp>
      <p:pic>
        <p:nvPicPr>
          <p:cNvPr id="5" name="Picture 4" descr="White bulbs with a yellow one standing out">
            <a:extLst>
              <a:ext uri="{FF2B5EF4-FFF2-40B4-BE49-F238E27FC236}">
                <a16:creationId xmlns:a16="http://schemas.microsoft.com/office/drawing/2014/main" id="{026276B5-F053-AC7B-C597-ED5B2BA35B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98" r="28168" b="-1"/>
          <a:stretch/>
        </p:blipFill>
        <p:spPr>
          <a:xfrm>
            <a:off x="2" y="10"/>
            <a:ext cx="611656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EB3CA-A1B9-A9A0-C650-A17C178A8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US" sz="2000"/>
              <a:t>Clear Communication</a:t>
            </a:r>
          </a:p>
          <a:p>
            <a:r>
              <a:rPr lang="en-US" sz="2000"/>
              <a:t>Visual Representation</a:t>
            </a:r>
          </a:p>
          <a:p>
            <a:r>
              <a:rPr lang="en-US" sz="2000"/>
              <a:t>Identifying Anomalies</a:t>
            </a:r>
          </a:p>
          <a:p>
            <a:r>
              <a:rPr lang="en-US" sz="2000"/>
              <a:t>Design Evaluation</a:t>
            </a:r>
          </a:p>
        </p:txBody>
      </p:sp>
    </p:spTree>
    <p:extLst>
      <p:ext uri="{BB962C8B-B14F-4D97-AF65-F5344CB8AC3E}">
        <p14:creationId xmlns:p14="http://schemas.microsoft.com/office/powerpoint/2010/main" val="802291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A7EA2D-BB71-6D72-525C-E73275269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Tables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70AF36-56AB-B5FD-1463-5555E6DCB2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164682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3289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49A30-A1A6-B426-71B5-438BF861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/>
              <a:t>IMPORTANCE OF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D4920-A13F-BDC4-2EFB-7BFA27FB8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2000"/>
              <a:t>Organize data</a:t>
            </a:r>
          </a:p>
          <a:p>
            <a:r>
              <a:rPr lang="en-US" sz="2000"/>
              <a:t>Data relationship</a:t>
            </a:r>
          </a:p>
          <a:p>
            <a:r>
              <a:rPr lang="en-US" sz="2000"/>
              <a:t>Efficiency</a:t>
            </a:r>
          </a:p>
          <a:p>
            <a:r>
              <a:rPr lang="en-US" sz="2000"/>
              <a:t>Data integrity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F14AFBCB-C06F-6F01-1762-133D1EB8E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0986" y="1069398"/>
            <a:ext cx="4747547" cy="474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6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6EF9-5ECA-D696-5AF0-A2ED27F02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Normalization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AF1EF8-6AD7-70D3-0D4E-304664ED57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787412"/>
              </p:ext>
            </p:extLst>
          </p:nvPr>
        </p:nvGraphicFramePr>
        <p:xfrm>
          <a:off x="838200" y="205421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8028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5F9281-67F7-2781-EEA3-C3D4DA28F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/>
              <a:t>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46A6A-3778-771C-D5EC-E0181A9BA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SQL queries perform a variety of operations such as:</a:t>
            </a:r>
          </a:p>
          <a:p>
            <a:r>
              <a:rPr lang="en-US" sz="2000"/>
              <a:t>Data retrieval, insertion, update, deletion</a:t>
            </a:r>
          </a:p>
          <a:p>
            <a:r>
              <a:rPr lang="en-US" sz="2000"/>
              <a:t>Data aggregation</a:t>
            </a:r>
          </a:p>
          <a:p>
            <a:r>
              <a:rPr lang="en-US" sz="2000"/>
              <a:t>Data sorting</a:t>
            </a:r>
          </a:p>
          <a:p>
            <a:r>
              <a:rPr lang="en-US" sz="2000"/>
              <a:t>Data filtering</a:t>
            </a:r>
          </a:p>
          <a:p>
            <a:r>
              <a:rPr lang="en-US" sz="2000"/>
              <a:t>Subqueries and join</a:t>
            </a:r>
          </a:p>
        </p:txBody>
      </p:sp>
      <p:pic>
        <p:nvPicPr>
          <p:cNvPr id="7" name="Picture 6" descr="Computer script on a screen">
            <a:extLst>
              <a:ext uri="{FF2B5EF4-FFF2-40B4-BE49-F238E27FC236}">
                <a16:creationId xmlns:a16="http://schemas.microsoft.com/office/drawing/2014/main" id="{FA79B6F0-F392-BA01-767C-C86CCB7CF9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95" r="40867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21265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D91E6-2AD7-1D50-A053-5F43ABEF7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i="1"/>
              <a:t>THANK YOU 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CF471154-EDE6-FC01-FF39-D73D201F9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6253" y="957860"/>
            <a:ext cx="4942280" cy="494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80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rushVTI">
  <a:themeElements>
    <a:clrScheme name="AnalogousFromDarkSeedLeftStep">
      <a:dk1>
        <a:srgbClr val="000000"/>
      </a:dk1>
      <a:lt1>
        <a:srgbClr val="FFFFFF"/>
      </a:lt1>
      <a:dk2>
        <a:srgbClr val="1A2C2F"/>
      </a:dk2>
      <a:lt2>
        <a:srgbClr val="F1F3F0"/>
      </a:lt2>
      <a:accent1>
        <a:srgbClr val="C629E7"/>
      </a:accent1>
      <a:accent2>
        <a:srgbClr val="6E25D7"/>
      </a:accent2>
      <a:accent3>
        <a:srgbClr val="2C2DE7"/>
      </a:accent3>
      <a:accent4>
        <a:srgbClr val="1768D5"/>
      </a:accent4>
      <a:accent5>
        <a:srgbClr val="26BBD7"/>
      </a:accent5>
      <a:accent6>
        <a:srgbClr val="15C396"/>
      </a:accent6>
      <a:hlink>
        <a:srgbClr val="3E93BC"/>
      </a:hlink>
      <a:folHlink>
        <a:srgbClr val="7F7F7F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684EA71215C4F853BA85E9BB9F602" ma:contentTypeVersion="5" ma:contentTypeDescription="Create a new document." ma:contentTypeScope="" ma:versionID="1aef00c7daafaaaf8749415fbe785381">
  <xsd:schema xmlns:xsd="http://www.w3.org/2001/XMLSchema" xmlns:xs="http://www.w3.org/2001/XMLSchema" xmlns:p="http://schemas.microsoft.com/office/2006/metadata/properties" xmlns:ns3="08306c05-65c1-4a4a-bfdf-67d54f9da499" targetNamespace="http://schemas.microsoft.com/office/2006/metadata/properties" ma:root="true" ma:fieldsID="b1f14543bbceb07b2de129c5eb371bd0" ns3:_="">
    <xsd:import namespace="08306c05-65c1-4a4a-bfdf-67d54f9da4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306c05-65c1-4a4a-bfdf-67d54f9da4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8306c05-65c1-4a4a-bfdf-67d54f9da499" xsi:nil="true"/>
  </documentManagement>
</p:properties>
</file>

<file path=customXml/itemProps1.xml><?xml version="1.0" encoding="utf-8"?>
<ds:datastoreItem xmlns:ds="http://schemas.openxmlformats.org/officeDocument/2006/customXml" ds:itemID="{C3CEDE83-7716-430F-849A-E721ED97D7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1BCD25-E42B-4D9A-963F-7904FBD34E8A}">
  <ds:schemaRefs>
    <ds:schemaRef ds:uri="08306c05-65c1-4a4a-bfdf-67d54f9da4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9F4B71C-F017-41A0-AFBB-4A300C7CC2DD}">
  <ds:schemaRefs>
    <ds:schemaRef ds:uri="08306c05-65c1-4a4a-bfdf-67d54f9da49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BrushVTI</vt:lpstr>
      <vt:lpstr>SMOOTH DRIVE COLLEGE OF MOTORING</vt:lpstr>
      <vt:lpstr>INTRODUCTION</vt:lpstr>
      <vt:lpstr>Database key operation</vt:lpstr>
      <vt:lpstr>Database key operation</vt:lpstr>
      <vt:lpstr>ENTITY AND ATTRIBUTES</vt:lpstr>
      <vt:lpstr>PowerPoint Presentation</vt:lpstr>
      <vt:lpstr>Establishment of relationship.</vt:lpstr>
      <vt:lpstr>Benefits of ERD</vt:lpstr>
      <vt:lpstr>Tables</vt:lpstr>
      <vt:lpstr>IMPORTANCE OF TABLES</vt:lpstr>
      <vt:lpstr>Normalization</vt:lpstr>
      <vt:lpstr>SQL QUERIES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SMOOTH DRIVE COLLEGE OF MOTORING</dc:title>
  <dc:creator>19760</dc:creator>
  <cp:revision>1</cp:revision>
  <dcterms:created xsi:type="dcterms:W3CDTF">2024-04-10T16:46:21Z</dcterms:created>
  <dcterms:modified xsi:type="dcterms:W3CDTF">2024-04-10T23:09:54Z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0x0101002F8684EA71215C4F853BA85E9BB9F602</vt:lpwstr>
  </property>
</Properties>
</file>